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7" r:id="rId2"/>
    <p:sldId id="271" r:id="rId3"/>
    <p:sldId id="279" r:id="rId4"/>
    <p:sldId id="297" r:id="rId5"/>
    <p:sldId id="298" r:id="rId6"/>
    <p:sldId id="273" r:id="rId7"/>
    <p:sldId id="274" r:id="rId8"/>
    <p:sldId id="299" r:id="rId9"/>
    <p:sldId id="300" r:id="rId10"/>
    <p:sldId id="303" r:id="rId11"/>
    <p:sldId id="301" r:id="rId12"/>
    <p:sldId id="302" r:id="rId13"/>
    <p:sldId id="268" r:id="rId14"/>
    <p:sldId id="269" r:id="rId15"/>
    <p:sldId id="272" r:id="rId16"/>
    <p:sldId id="270" r:id="rId17"/>
    <p:sldId id="289" r:id="rId18"/>
    <p:sldId id="291" r:id="rId19"/>
    <p:sldId id="294" r:id="rId20"/>
    <p:sldId id="292" r:id="rId21"/>
    <p:sldId id="293" r:id="rId22"/>
    <p:sldId id="295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00CC00"/>
    <a:srgbClr val="00FF00"/>
    <a:srgbClr val="FF75C7"/>
    <a:srgbClr val="1C1C1C"/>
    <a:srgbClr val="996633"/>
    <a:srgbClr val="9933FF"/>
    <a:srgbClr val="FFB7E2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42FA1-806F-478B-AD3A-08CDC8D908F3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70F46-E563-46CE-A290-4900BAC9DB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939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F0FF-4AE5-11E2-243B-8CE36B2C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973E0C-46A3-2247-E623-062E8C363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D92FBF-0565-0F57-7CA0-FD41DB298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E3446F-1EA7-8948-6E93-80FDE628A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0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BA89-B4B8-DC9C-A483-1D5677387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7090C5-AF9C-3016-5BEE-DF1D9060D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4ED636-A4B4-8520-8B6B-95E6E1955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4BDDF3-8D19-DBCD-0AAA-EB9D725EB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965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7315D-03D0-FD4D-8AD0-0050F6F6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D8E462-E5CE-9E6A-F162-74C7E5200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CAA177-3DA8-F05F-9FCF-A87339105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4AC84-3660-532D-557A-CEAB2354A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062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1138E-4ABB-AC7B-0FD1-7F159D038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3C414B-BF05-3AFF-0AFA-0C8BA7A0A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0859F5-5EF8-B2D1-9588-58650D9A4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CC24A1-2BA1-2E6C-3A33-272A1A155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114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D3C7B-EBC9-B0E9-E4CD-16858B3F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972877-D86F-F458-6349-A935B1BC3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0CE6A7-9EB2-E5BD-EBE5-A655BFC00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1598B-53E8-FA9E-0D3D-9F82F7D1E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87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AAC47-8F7E-012D-1B9B-3F375FA52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D2F9BD-FC8E-0B93-4F31-BEEBF07C8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09C59F-8AC7-BB81-5049-6E38228F6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9EBFA8-C0C3-82E1-2528-C9FF7AF60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055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3103-42C9-DA0A-430C-AE7F31CB4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347374-2180-EAE1-554A-88527CB71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A82F07-E9E4-3EA7-B762-AD8522184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830FE2-7362-3A1D-C24F-75CA5F6FF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768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3525D-815E-C851-F2B0-1698E0CBF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4EE55-16A3-D068-46D5-ACB92CCB5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E71274-9F72-A9D3-6E5C-FAB695A82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8E6865-88D8-D06C-3608-5B50C7F2D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598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62940-DBB4-2011-365E-A07D2A3D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D2135F-DF52-DDB2-124B-93797E7BC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E561DB-D0BC-AC0D-4749-E35106374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0C1E2B-C1DC-D16B-B1E0-58D106865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698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A15ED-DC0C-E26A-8219-6A4116BF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E06C-4DDB-56B2-611F-D09056A5A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9860A5-5861-DF28-02D8-1FCC1337C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42CDA6-064E-2948-14F1-CD215758D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953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FACC8-06BC-9822-7C81-D633B9905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404A60-DDA1-AAAB-E69B-B895DFB46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96E59B-6646-D234-ABD7-435655301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F1F354-F55C-A920-4D1E-4EC03795C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745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B201-3CD9-0F9D-61ED-A872EB9D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FEA006-1E51-7D22-EBBA-3ED7CAB69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FF19D6-DE38-1B57-8BEC-D87944F36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68C291-5BEF-2D5B-77E6-7608EAB59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837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33BC8-56E7-ABAD-B22C-9EE6A9BC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7D6567-AE32-0C83-C194-316326621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49C5CA-2367-1C66-949B-F597C722F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0F508B-64AD-95CB-DA22-ECB200CBE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071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99F5F-0AE1-93CA-483D-C77D22A7A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1D48EE-45EE-9C71-3AD9-EC91D0DE3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FACA04-BBA3-8592-FC4C-4B9FE1266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F1FF47-2325-DC12-4716-641CB8E00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6467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1195F-BD3E-482A-A6B9-2C9B6EE8A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B09B2A-49F8-3716-42A5-6F01DF236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9470DA-ACC6-A3DE-2BD3-1BA57BC38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880971-500F-3B55-A582-CAE8B31B3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5384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BFDEF-43C9-0353-1AB2-E9D91D105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6AD21E-2ABE-E164-1CC7-3FABC085D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6750E9-1602-4E98-A051-A0E7AAA9C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E301C7-B0A0-CB2E-934E-EDC4193F3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1213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54B0C-C3DB-AEBE-BAD9-C852F9398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889AB3-BF4E-3DE8-566C-91FAFF263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4AA2EC-8AE8-49D6-187E-4CE7A1122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6B823E-9968-81B6-A5AF-A5F13EDE2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1395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592B8-7B17-10F6-3028-FBEB7B73D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17C005-61D0-38D2-8DF9-55826494A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64DDF5-76CD-6A86-79B4-11330B95D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36A9C0-D35C-8184-7CBF-B7EF06AE9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0924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B06F-8B7D-67E2-A145-5E58E263E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71FB72-E3D8-0D77-917D-96995A01B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70434B-8F03-A7D9-7246-3B09DE4E4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13C40F-03A8-13DB-0DDA-F938EC030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592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C2FC9-E45D-C0D9-463A-50DF824E6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41AB72-1B5D-B1E5-76CA-7BEC1F9C3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F692EC-E76C-B970-A0BF-F6428740F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2890C6-8A4E-9E21-79E7-32650B081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0252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2FDF-CAFD-6B99-1EA2-6DE97F81E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4C5DD3-0F48-D4C6-747A-CF4E1C960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E7E0F4-88E3-84FC-7267-32A6E61D2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1D44BE-2C3D-2A02-3F16-86D5F41D3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391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DD28C-00F8-CA96-8DF3-73A83106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1573AB-00D7-5FFC-CB95-6582A9FD2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E88884-CEF0-442A-CD6A-19383D13C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78CBD9-2267-C51C-DEFF-A88A31CF9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28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1593-7E83-7D44-2FCE-1966FD41F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1C360F-69CE-41CE-2431-89C17C308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849BDB-BAE6-ED2A-DB3E-FBFD9E7A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382E5A-C8AE-E1EE-FAC1-AF08869F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FDD847-C11C-F1F5-ED55-95625AFF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7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071666-CA5F-DFD5-364B-424D68CCB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A882D6-9D64-6E07-11E9-1D70D04BD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A3AC45-4B3E-1151-F453-80D3E403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0C4806-5EA7-1A5D-8CCF-0AE744F68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003FDD-65D8-E16E-856C-50AA0167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3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DAC7D-B737-09C0-441D-663DE7D58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1E6467-079A-11B8-82E8-1794E7248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EFE1A1-87F3-831E-976B-9BDA569E2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6BAFE2-9519-6F25-671D-581218BEF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265527-61B0-B3F1-628C-0A5F93F7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97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D4729D-E899-FE43-F544-03D685525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5168EC-161D-AD05-980E-8E355C5CE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52D9D-17C5-F02A-C58E-C6652FBA0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AC69D2-B58E-0B9B-4C41-5F1E0C1C8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6DDEA4-7670-59AF-5A45-150BD948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F4DAC8-2C84-0846-CCA4-04F9AA5F2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282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F4DBB-DFCC-97D5-E415-5D79F6F14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4FC8B6-C5DA-BD7A-D3C1-E8B12A39A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3CDC07-506D-4D05-5AD2-709DE4F79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04D0C9-E61F-B29D-D44F-84B334A1EF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74412D-F8DB-69BE-C9F2-47EF30880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00190D-0BDD-1EB2-5027-BA6876455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FC2499-2765-C0C1-48AD-77F3E0F1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1F0CA4-3D4E-D652-48A6-5CC7A1CF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962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B4EE99-ECB1-B764-CB65-D59DBF92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287A37-3F32-27F9-DD57-39A8EA8DE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B18D53-04AF-5C76-19F9-9751AE6DA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2DCC13-F986-3A44-83E3-D3F38742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551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66521B-D682-AA6D-DCBC-E38674F6E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843BFE-5041-DCEA-46E5-14F5A8FD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BA7804-6652-EB36-A578-3282DE4D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39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CDFD6-C1C4-C9AB-1173-9508E5383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447FF3-9C3C-94A5-4730-BFEA16761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607FF9-7C15-E7BF-5795-062CD841E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E73861-534D-EB5E-4282-0B2035392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DE2068-2DEC-ADAF-A3A9-FA4577307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102FD4-DB2C-B9A6-06F2-D9B71C5B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47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A2944-0E8F-9D64-9BED-ACAD9E37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3DF420-D1C9-EA75-9EBC-DE66AC1D8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B518CA-195B-08B6-D2D6-406C06480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A2CFC6-C524-EBCD-7A31-8F1BC929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F9DD89-052D-3CBC-077C-15DFAD5DA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E42E2E-1A4A-F811-9E60-107AE822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94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7DF59-A366-AE7B-A441-388AE8DB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78D66E-1191-F045-D5E4-05B58E4B4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5320BF-AEA9-A389-FD29-7CA8BB154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13870D-A366-A60C-9399-9819AE77D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4B8755-7587-5224-EB3B-8626E4C42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80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9CF3A9-D064-D08D-23E4-2D25CF66FA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DA160F-A479-35CB-C336-8CA626BBB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A9B82F-7154-7F5E-6C6C-4727386E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35D8D9-2362-023A-AF0E-297EA9E9E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24A427-52A5-67BF-BF45-81A7A33C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65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9BC2AD-6556-C19E-32B9-A4797690C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ACF50-32B1-F586-FBFE-DAF4F9166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56C0D0-B57A-0B90-B392-E33D23A56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23012-370C-4ABB-8C00-5B64E472AF90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C0E161-5D3D-7A5B-B51B-7F91881EA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395FCB-98B0-380D-2889-71B089345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34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61777-7657-7B96-B3B4-1EF7CABE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F7319D-B6C5-246F-12CB-65F6506F1D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23484E25-C909-5707-6F5F-B2B76034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en-US" altLang="ko-KR" sz="2800" dirty="0"/>
              <a:t>(</a:t>
            </a:r>
            <a:r>
              <a:rPr lang="ko-KR" altLang="en-US" sz="2800" dirty="0"/>
              <a:t>시민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평상시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ED4511A-FF1C-2673-FFFA-068EADD18F47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1B6C1E2-BD23-629B-2C9D-CB5ADA2E7ACD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CE406E1-2A86-1BCF-907D-C5FFFF4FCC5F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7FFB6C4-2CF9-FB96-1EA9-D9CE6D3A22F4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728072-9946-3CA1-91D2-24C50FD3008D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40576F61-024A-83DE-91FB-D753FA073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375569"/>
              </p:ext>
            </p:extLst>
          </p:nvPr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60" name="그룹 59">
            <a:extLst>
              <a:ext uri="{FF2B5EF4-FFF2-40B4-BE49-F238E27FC236}">
                <a16:creationId xmlns:a16="http://schemas.microsoft.com/office/drawing/2014/main" id="{6BF1B097-024F-8C22-6FE9-878B15EC1827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9B710F9A-15CD-6D07-E0B4-2D7A436E5EFE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3CD4D600-E5F6-2BBD-3AF7-ABA0CE1F1FF4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131D79F0-15E5-59EF-1430-8E0F41A0D243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18" name="타원 17">
                  <a:extLst>
                    <a:ext uri="{FF2B5EF4-FFF2-40B4-BE49-F238E27FC236}">
                      <a16:creationId xmlns:a16="http://schemas.microsoft.com/office/drawing/2014/main" id="{15AA5E02-5417-9C9B-E63B-DBCE529A9BC9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ED056105-4A2E-6FDB-CFF3-E798F0CCDA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ED056105-4A2E-6FDB-CFF3-E798F0CCDA0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ED991108-D423-17FB-A149-D9CC4BBA35BE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5152C05-EDB0-37A0-6491-A64DA80B26A5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5152C05-EDB0-37A0-6491-A64DA80B2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026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A336B548-5E34-82BE-73C7-EEF37DE300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24D1898-5DB4-8F21-FE93-3342DC95BD29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6243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816B3-894C-E152-F9F9-4F7565A88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70E45E-011E-A08E-1E6A-45FA39B173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8E48E079-EE0B-7D56-E018-2B308CB00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en-US" altLang="ko-KR" sz="2800" dirty="0"/>
              <a:t>(</a:t>
            </a:r>
            <a:r>
              <a:rPr lang="ko-KR" altLang="en-US" sz="2800" dirty="0"/>
              <a:t>시민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시체를 발견했을 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6262DB-DA0D-25F3-40FA-CF8D00317766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7C67700-AB68-31C9-43A0-23B78D633F6C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6894A7E-A099-B797-7F9C-25AF12FD94E4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936AD8-EC8F-E963-BE2B-A1C726443BFD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3035EA-A245-3A8F-9C8A-4AD34CE8EA6A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D20390-9EB4-E1AF-CECA-C3EE8397AE84}"/>
              </a:ext>
            </a:extLst>
          </p:cNvPr>
          <p:cNvSpPr/>
          <p:nvPr/>
        </p:nvSpPr>
        <p:spPr>
          <a:xfrm>
            <a:off x="9009356" y="4897557"/>
            <a:ext cx="1174979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소집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4B1FEA7C-8197-8724-DAB4-6D1BFED43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10767"/>
              </p:ext>
            </p:extLst>
          </p:nvPr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D5D49FA7-1498-FEDF-1573-787274E6A99D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4191B53-9EF0-93B1-C802-F5FD94C9D025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5166C7C6-08A5-25B5-D2C4-FD00938ECD46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D09F12D7-AC69-5259-6BC7-37752F4D854B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C574D8A9-2917-03B9-3426-0CD44A94B298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FCEE2C22-7D35-279D-7CAA-CE31323911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FCEE2C22-7D35-279D-7CAA-CE31323911F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E88E002-E488-9777-CB3F-072266535C99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0E20208-91D8-70E6-31F4-EC540412EC8A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0E20208-91D8-70E6-31F4-EC540412EC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26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8CB4BFBB-71D8-7123-FEB5-E855757778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A61784-28A6-F34F-3DE9-FAAF605BEA4F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7848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59069-7F6E-B87F-B285-F2A1A3A9E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755CB4-5902-EF18-E2AF-E2761EDEF4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E53CCAAD-4B6F-FEF3-9F41-4D64C397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en-US" altLang="ko-KR" sz="2800" dirty="0"/>
              <a:t>(</a:t>
            </a:r>
            <a:r>
              <a:rPr lang="ko-KR" altLang="en-US" sz="2800" dirty="0"/>
              <a:t>시민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추리 모드 </a:t>
            </a:r>
            <a:r>
              <a:rPr lang="en-US" altLang="ko-KR" sz="2800" dirty="0"/>
              <a:t>ON</a:t>
            </a:r>
            <a:endParaRPr lang="ko-KR" altLang="en-US" sz="28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3F1797-59FE-FA8D-4A5F-E3174BD23089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DAD3777-8F9D-AFC7-943A-85FFE0F5CC56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385058F-31E4-78AD-7CEC-E7DB15043E6C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14FAF7-1518-C386-E222-7185CC02C3BF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05BA295-6B71-67DB-487D-9B3F9F3A2217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graphicFrame>
        <p:nvGraphicFramePr>
          <p:cNvPr id="110" name="표 109">
            <a:extLst>
              <a:ext uri="{FF2B5EF4-FFF2-40B4-BE49-F238E27FC236}">
                <a16:creationId xmlns:a16="http://schemas.microsoft.com/office/drawing/2014/main" id="{63AD4D98-3551-E455-368D-B0A042A62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523333"/>
              </p:ext>
            </p:extLst>
          </p:nvPr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C522C22-6F34-8021-A57E-D10AC2DE3C6E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89851AA1-03F2-0418-45DC-FAA324954D2F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4C34746A-D017-06D2-C066-DA141E3EF90F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B281FD8F-6F6B-5B29-2F9F-3CE3418DD916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266F59ED-1485-4F9B-F3E3-E0D4F1F67A87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489DAF4E-26F5-C2B1-3F30-FC350355F1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489DAF4E-26F5-C2B1-3F30-FC350355F1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FD148DFE-1385-E37E-1FB2-55DE11448F62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D9701E74-A145-31F0-090C-6863463BE49E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D9701E74-A145-31F0-090C-6863463BE4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6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CBCB0B5D-7EC3-4967-35D2-9F0CCC810E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6338EDD-6E2D-725A-488D-FD7378F2D13A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C59AA8-2C02-1438-C9C4-42AA8D379E58}"/>
              </a:ext>
            </a:extLst>
          </p:cNvPr>
          <p:cNvSpPr/>
          <p:nvPr/>
        </p:nvSpPr>
        <p:spPr>
          <a:xfrm>
            <a:off x="1210492" y="1076548"/>
            <a:ext cx="9393484" cy="4836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FE4B3934-60E4-FF61-85F5-C41F4F63C765}"/>
              </a:ext>
            </a:extLst>
          </p:cNvPr>
          <p:cNvSpPr/>
          <p:nvPr/>
        </p:nvSpPr>
        <p:spPr>
          <a:xfrm>
            <a:off x="6296297" y="1497874"/>
            <a:ext cx="3942191" cy="3936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플레이어를 선택하십시오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2CAD82B5-F4E5-DA8E-DADF-0E75A2D7EFFD}"/>
              </a:ext>
            </a:extLst>
          </p:cNvPr>
          <p:cNvGrpSpPr/>
          <p:nvPr/>
        </p:nvGrpSpPr>
        <p:grpSpPr>
          <a:xfrm>
            <a:off x="1516689" y="1378223"/>
            <a:ext cx="904142" cy="1254202"/>
            <a:chOff x="1403472" y="1317262"/>
            <a:chExt cx="904142" cy="1254202"/>
          </a:xfrm>
        </p:grpSpPr>
        <p:sp>
          <p:nvSpPr>
            <p:cNvPr id="104" name="순서도: 대체 처리 103">
              <a:extLst>
                <a:ext uri="{FF2B5EF4-FFF2-40B4-BE49-F238E27FC236}">
                  <a16:creationId xmlns:a16="http://schemas.microsoft.com/office/drawing/2014/main" id="{C497C38D-056E-6E19-C6A8-37B0E8EA7AEB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05" name="순서도: 대체 처리 104">
              <a:extLst>
                <a:ext uri="{FF2B5EF4-FFF2-40B4-BE49-F238E27FC236}">
                  <a16:creationId xmlns:a16="http://schemas.microsoft.com/office/drawing/2014/main" id="{E0E9E87A-2D1D-5677-B5B8-CD8BC4948172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07" name="순서도: 대체 처리 106">
              <a:extLst>
                <a:ext uri="{FF2B5EF4-FFF2-40B4-BE49-F238E27FC236}">
                  <a16:creationId xmlns:a16="http://schemas.microsoft.com/office/drawing/2014/main" id="{8F732327-4772-9426-E09D-65396B07EA5E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758D6139-03F7-F204-BFB8-8393C354EEDF}"/>
              </a:ext>
            </a:extLst>
          </p:cNvPr>
          <p:cNvGrpSpPr/>
          <p:nvPr/>
        </p:nvGrpSpPr>
        <p:grpSpPr>
          <a:xfrm>
            <a:off x="2675080" y="1378223"/>
            <a:ext cx="904142" cy="1254202"/>
            <a:chOff x="1403472" y="1317262"/>
            <a:chExt cx="904142" cy="1254202"/>
          </a:xfrm>
        </p:grpSpPr>
        <p:sp>
          <p:nvSpPr>
            <p:cNvPr id="121" name="순서도: 대체 처리 120">
              <a:extLst>
                <a:ext uri="{FF2B5EF4-FFF2-40B4-BE49-F238E27FC236}">
                  <a16:creationId xmlns:a16="http://schemas.microsoft.com/office/drawing/2014/main" id="{AE20C537-3B46-E044-6A8E-0DFA4C96AA60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2" name="순서도: 대체 처리 121">
              <a:extLst>
                <a:ext uri="{FF2B5EF4-FFF2-40B4-BE49-F238E27FC236}">
                  <a16:creationId xmlns:a16="http://schemas.microsoft.com/office/drawing/2014/main" id="{EDBE95C8-F78E-E8F3-8992-80BB528249D7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3" name="순서도: 대체 처리 122">
              <a:extLst>
                <a:ext uri="{FF2B5EF4-FFF2-40B4-BE49-F238E27FC236}">
                  <a16:creationId xmlns:a16="http://schemas.microsoft.com/office/drawing/2014/main" id="{311DF4D6-9F4F-3D6D-8274-9A117BA4D73F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9D6F446E-1DFE-1D25-DDA8-12C181273865}"/>
              </a:ext>
            </a:extLst>
          </p:cNvPr>
          <p:cNvGrpSpPr/>
          <p:nvPr/>
        </p:nvGrpSpPr>
        <p:grpSpPr>
          <a:xfrm>
            <a:off x="3824643" y="1378223"/>
            <a:ext cx="904142" cy="1254202"/>
            <a:chOff x="1403472" y="1317262"/>
            <a:chExt cx="904142" cy="1254202"/>
          </a:xfrm>
        </p:grpSpPr>
        <p:sp>
          <p:nvSpPr>
            <p:cNvPr id="125" name="순서도: 대체 처리 124">
              <a:extLst>
                <a:ext uri="{FF2B5EF4-FFF2-40B4-BE49-F238E27FC236}">
                  <a16:creationId xmlns:a16="http://schemas.microsoft.com/office/drawing/2014/main" id="{20754988-21E5-E036-F3FB-DDA7C702178C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순서도: 대체 처리 125">
              <a:extLst>
                <a:ext uri="{FF2B5EF4-FFF2-40B4-BE49-F238E27FC236}">
                  <a16:creationId xmlns:a16="http://schemas.microsoft.com/office/drawing/2014/main" id="{90092A8E-6224-660A-C1FD-ADB2C77DF7DE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7" name="순서도: 대체 처리 126">
              <a:extLst>
                <a:ext uri="{FF2B5EF4-FFF2-40B4-BE49-F238E27FC236}">
                  <a16:creationId xmlns:a16="http://schemas.microsoft.com/office/drawing/2014/main" id="{66BB84EF-50F6-FBCE-255C-389F8ABCDCD6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52B32E72-7F64-AD99-C2CF-EAC97F50571B}"/>
              </a:ext>
            </a:extLst>
          </p:cNvPr>
          <p:cNvGrpSpPr/>
          <p:nvPr/>
        </p:nvGrpSpPr>
        <p:grpSpPr>
          <a:xfrm>
            <a:off x="4983509" y="1378223"/>
            <a:ext cx="904142" cy="1254202"/>
            <a:chOff x="1403472" y="1317262"/>
            <a:chExt cx="904142" cy="1254202"/>
          </a:xfrm>
        </p:grpSpPr>
        <p:sp>
          <p:nvSpPr>
            <p:cNvPr id="129" name="순서도: 대체 처리 128">
              <a:extLst>
                <a:ext uri="{FF2B5EF4-FFF2-40B4-BE49-F238E27FC236}">
                  <a16:creationId xmlns:a16="http://schemas.microsoft.com/office/drawing/2014/main" id="{5EC1054A-8F84-3D6A-44A0-FC86AEFBC31F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30" name="순서도: 대체 처리 129">
              <a:extLst>
                <a:ext uri="{FF2B5EF4-FFF2-40B4-BE49-F238E27FC236}">
                  <a16:creationId xmlns:a16="http://schemas.microsoft.com/office/drawing/2014/main" id="{D9321E0F-BBF7-8561-DB39-DEDEBE51A3F8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31" name="순서도: 대체 처리 130">
              <a:extLst>
                <a:ext uri="{FF2B5EF4-FFF2-40B4-BE49-F238E27FC236}">
                  <a16:creationId xmlns:a16="http://schemas.microsoft.com/office/drawing/2014/main" id="{CF767E18-FA0E-16F6-4E2B-3F4E349AE0D4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C49624C-6D39-EE38-E775-EC551B72BA0E}"/>
              </a:ext>
            </a:extLst>
          </p:cNvPr>
          <p:cNvGrpSpPr/>
          <p:nvPr/>
        </p:nvGrpSpPr>
        <p:grpSpPr>
          <a:xfrm>
            <a:off x="1516689" y="2789506"/>
            <a:ext cx="904142" cy="1254202"/>
            <a:chOff x="1403472" y="1317262"/>
            <a:chExt cx="904142" cy="1254202"/>
          </a:xfrm>
        </p:grpSpPr>
        <p:sp>
          <p:nvSpPr>
            <p:cNvPr id="141" name="순서도: 대체 처리 140">
              <a:extLst>
                <a:ext uri="{FF2B5EF4-FFF2-40B4-BE49-F238E27FC236}">
                  <a16:creationId xmlns:a16="http://schemas.microsoft.com/office/drawing/2014/main" id="{B37A54F8-1370-BB9D-7CBD-7FCEE65FDB42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2" name="순서도: 대체 처리 141">
              <a:extLst>
                <a:ext uri="{FF2B5EF4-FFF2-40B4-BE49-F238E27FC236}">
                  <a16:creationId xmlns:a16="http://schemas.microsoft.com/office/drawing/2014/main" id="{C4BF7A63-4BDC-2CC0-833D-84F84BE507AD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3" name="순서도: 대체 처리 142">
              <a:extLst>
                <a:ext uri="{FF2B5EF4-FFF2-40B4-BE49-F238E27FC236}">
                  <a16:creationId xmlns:a16="http://schemas.microsoft.com/office/drawing/2014/main" id="{BB43AE50-A3A3-86D8-5DF9-D6C33A79CD90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1F29D993-D55D-FF99-864E-BCB7040AE50E}"/>
              </a:ext>
            </a:extLst>
          </p:cNvPr>
          <p:cNvGrpSpPr/>
          <p:nvPr/>
        </p:nvGrpSpPr>
        <p:grpSpPr>
          <a:xfrm>
            <a:off x="2675080" y="2789506"/>
            <a:ext cx="904142" cy="1254202"/>
            <a:chOff x="1403472" y="1317262"/>
            <a:chExt cx="904142" cy="1254202"/>
          </a:xfrm>
        </p:grpSpPr>
        <p:sp>
          <p:nvSpPr>
            <p:cNvPr id="145" name="순서도: 대체 처리 144">
              <a:extLst>
                <a:ext uri="{FF2B5EF4-FFF2-40B4-BE49-F238E27FC236}">
                  <a16:creationId xmlns:a16="http://schemas.microsoft.com/office/drawing/2014/main" id="{CD355C70-DC99-F28B-8180-D531989AE5AD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6" name="순서도: 대체 처리 145">
              <a:extLst>
                <a:ext uri="{FF2B5EF4-FFF2-40B4-BE49-F238E27FC236}">
                  <a16:creationId xmlns:a16="http://schemas.microsoft.com/office/drawing/2014/main" id="{F0161754-FFF7-4FA0-A07E-F9D638497CFF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7" name="순서도: 대체 처리 146">
              <a:extLst>
                <a:ext uri="{FF2B5EF4-FFF2-40B4-BE49-F238E27FC236}">
                  <a16:creationId xmlns:a16="http://schemas.microsoft.com/office/drawing/2014/main" id="{F4C2996A-2552-BC29-7074-270563D2859D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FDF52261-9BB5-05F1-CB65-2EF25605ECF1}"/>
              </a:ext>
            </a:extLst>
          </p:cNvPr>
          <p:cNvGrpSpPr/>
          <p:nvPr/>
        </p:nvGrpSpPr>
        <p:grpSpPr>
          <a:xfrm>
            <a:off x="3824643" y="2789506"/>
            <a:ext cx="904142" cy="1254202"/>
            <a:chOff x="1403472" y="1317262"/>
            <a:chExt cx="904142" cy="1254202"/>
          </a:xfrm>
        </p:grpSpPr>
        <p:sp>
          <p:nvSpPr>
            <p:cNvPr id="149" name="순서도: 대체 처리 148">
              <a:extLst>
                <a:ext uri="{FF2B5EF4-FFF2-40B4-BE49-F238E27FC236}">
                  <a16:creationId xmlns:a16="http://schemas.microsoft.com/office/drawing/2014/main" id="{74D0B6C9-99BF-03C9-6400-8F6F066897D1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0" name="순서도: 대체 처리 149">
              <a:extLst>
                <a:ext uri="{FF2B5EF4-FFF2-40B4-BE49-F238E27FC236}">
                  <a16:creationId xmlns:a16="http://schemas.microsoft.com/office/drawing/2014/main" id="{F00CD6F1-5199-018A-FF74-9C9DF0449893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1" name="순서도: 대체 처리 150">
              <a:extLst>
                <a:ext uri="{FF2B5EF4-FFF2-40B4-BE49-F238E27FC236}">
                  <a16:creationId xmlns:a16="http://schemas.microsoft.com/office/drawing/2014/main" id="{4C9A24B8-2A34-0522-66A3-351602534114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5EE6B795-3DD4-7C6B-6830-89D7931FDBFD}"/>
              </a:ext>
            </a:extLst>
          </p:cNvPr>
          <p:cNvGrpSpPr/>
          <p:nvPr/>
        </p:nvGrpSpPr>
        <p:grpSpPr>
          <a:xfrm>
            <a:off x="4983509" y="2789506"/>
            <a:ext cx="904142" cy="1254202"/>
            <a:chOff x="1403472" y="1317262"/>
            <a:chExt cx="904142" cy="1254202"/>
          </a:xfrm>
        </p:grpSpPr>
        <p:sp>
          <p:nvSpPr>
            <p:cNvPr id="153" name="순서도: 대체 처리 152">
              <a:extLst>
                <a:ext uri="{FF2B5EF4-FFF2-40B4-BE49-F238E27FC236}">
                  <a16:creationId xmlns:a16="http://schemas.microsoft.com/office/drawing/2014/main" id="{D7E776C6-983E-3CAE-CCD0-5110AD1ACAC9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4" name="순서도: 대체 처리 153">
              <a:extLst>
                <a:ext uri="{FF2B5EF4-FFF2-40B4-BE49-F238E27FC236}">
                  <a16:creationId xmlns:a16="http://schemas.microsoft.com/office/drawing/2014/main" id="{E756732A-4F6F-993C-5D47-6A1DFFA76C58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5" name="순서도: 대체 처리 154">
              <a:extLst>
                <a:ext uri="{FF2B5EF4-FFF2-40B4-BE49-F238E27FC236}">
                  <a16:creationId xmlns:a16="http://schemas.microsoft.com/office/drawing/2014/main" id="{521A4507-6E14-05DF-47A0-A612F1569D8F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43C5297E-3512-9921-F79F-1B1788A11EB0}"/>
              </a:ext>
            </a:extLst>
          </p:cNvPr>
          <p:cNvGrpSpPr/>
          <p:nvPr/>
        </p:nvGrpSpPr>
        <p:grpSpPr>
          <a:xfrm>
            <a:off x="1516689" y="4242074"/>
            <a:ext cx="904142" cy="1254202"/>
            <a:chOff x="1403472" y="1317262"/>
            <a:chExt cx="904142" cy="1254202"/>
          </a:xfrm>
        </p:grpSpPr>
        <p:sp>
          <p:nvSpPr>
            <p:cNvPr id="157" name="순서도: 대체 처리 156">
              <a:extLst>
                <a:ext uri="{FF2B5EF4-FFF2-40B4-BE49-F238E27FC236}">
                  <a16:creationId xmlns:a16="http://schemas.microsoft.com/office/drawing/2014/main" id="{BE75ED61-E8FD-A15C-0E1B-00C7AA04763F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8" name="순서도: 대체 처리 157">
              <a:extLst>
                <a:ext uri="{FF2B5EF4-FFF2-40B4-BE49-F238E27FC236}">
                  <a16:creationId xmlns:a16="http://schemas.microsoft.com/office/drawing/2014/main" id="{723428FC-9731-1A6E-AB4A-5953CCD8EF86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9" name="순서도: 대체 처리 158">
              <a:extLst>
                <a:ext uri="{FF2B5EF4-FFF2-40B4-BE49-F238E27FC236}">
                  <a16:creationId xmlns:a16="http://schemas.microsoft.com/office/drawing/2014/main" id="{A5B1F331-F96A-AAD5-24FE-4E6948399E9B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0C486C82-738F-7759-34BF-0EADBD65E028}"/>
              </a:ext>
            </a:extLst>
          </p:cNvPr>
          <p:cNvGrpSpPr/>
          <p:nvPr/>
        </p:nvGrpSpPr>
        <p:grpSpPr>
          <a:xfrm>
            <a:off x="2675080" y="4242074"/>
            <a:ext cx="904142" cy="1254202"/>
            <a:chOff x="1403472" y="1317262"/>
            <a:chExt cx="904142" cy="1254202"/>
          </a:xfrm>
        </p:grpSpPr>
        <p:sp>
          <p:nvSpPr>
            <p:cNvPr id="161" name="순서도: 대체 처리 160">
              <a:extLst>
                <a:ext uri="{FF2B5EF4-FFF2-40B4-BE49-F238E27FC236}">
                  <a16:creationId xmlns:a16="http://schemas.microsoft.com/office/drawing/2014/main" id="{39C35549-9D55-40C7-D8D2-064CEB7F1682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62" name="순서도: 대체 처리 161">
              <a:extLst>
                <a:ext uri="{FF2B5EF4-FFF2-40B4-BE49-F238E27FC236}">
                  <a16:creationId xmlns:a16="http://schemas.microsoft.com/office/drawing/2014/main" id="{425E644A-AF3E-4D1C-CE27-DC410A4C3E09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63" name="순서도: 대체 처리 162">
              <a:extLst>
                <a:ext uri="{FF2B5EF4-FFF2-40B4-BE49-F238E27FC236}">
                  <a16:creationId xmlns:a16="http://schemas.microsoft.com/office/drawing/2014/main" id="{8FB67E8F-B9DA-3682-7A32-BC7AD3EAC2A5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9377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84BC3-6E49-A6B0-EF9A-8D92A3B70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8298C4-5972-8C17-5514-E51784E260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848B48A6-82BF-F133-DAC8-CCE8E49F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en-US" altLang="ko-KR" sz="2800" dirty="0"/>
              <a:t>(</a:t>
            </a:r>
            <a:r>
              <a:rPr lang="ko-KR" altLang="en-US" sz="2800" dirty="0"/>
              <a:t>시민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추리 선택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30ED0F7-0C9A-A83D-D876-A8B805B6F848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9C83DC6-DDDC-2FFB-68FA-F6F48F34EE4A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3912D4C-F1E8-9A85-17A8-0FD86516697F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6D7140-2E9E-8C9F-753D-6D69333CB46A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C4EFB9-F9D6-73AE-F802-363D8F9E6EE7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graphicFrame>
        <p:nvGraphicFramePr>
          <p:cNvPr id="110" name="표 109">
            <a:extLst>
              <a:ext uri="{FF2B5EF4-FFF2-40B4-BE49-F238E27FC236}">
                <a16:creationId xmlns:a16="http://schemas.microsoft.com/office/drawing/2014/main" id="{FB771108-C58D-EC67-17C1-38BB0959095F}"/>
              </a:ext>
            </a:extLst>
          </p:cNvPr>
          <p:cNvGraphicFramePr>
            <a:graphicFrameLocks noGrp="1"/>
          </p:cNvGraphicFramePr>
          <p:nvPr/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F0BCA8CC-0A3C-2A5A-96E9-688D4A252041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5ACC535C-8627-284F-5EAA-50D36EFC35EF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20FEFF7A-2197-D992-7493-D2A427A85FB6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CE314C76-930C-A7F0-AC31-0D78AEED569C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C089877A-8B1D-EDD5-8D28-0BB2D9EAA7E0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B633515F-C92D-E9CC-6C93-865C9D3E70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489DAF4E-26F5-C2B1-3F30-FC350355F1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34291AC2-CB01-CA35-4EAE-AF8FC972E0D4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AE2380A6-B72D-E75E-0FB3-9A7428C54DF0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D9701E74-A145-31F0-090C-6863463BE4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6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BFAEA3B6-EB0E-DD05-801D-98133D011D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DF307F2-66D1-B252-9E45-C8DB84B5E8A4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870953-90C7-404B-27C6-3CD43BAC175C}"/>
              </a:ext>
            </a:extLst>
          </p:cNvPr>
          <p:cNvSpPr/>
          <p:nvPr/>
        </p:nvSpPr>
        <p:spPr>
          <a:xfrm>
            <a:off x="1210492" y="1076548"/>
            <a:ext cx="9393484" cy="4836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3E23DD52-7952-DBB3-4C9E-C10A52DA360A}"/>
              </a:ext>
            </a:extLst>
          </p:cNvPr>
          <p:cNvSpPr/>
          <p:nvPr/>
        </p:nvSpPr>
        <p:spPr>
          <a:xfrm>
            <a:off x="6296297" y="1497874"/>
            <a:ext cx="3942191" cy="3936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원형: 비어 있음 88">
            <a:extLst>
              <a:ext uri="{FF2B5EF4-FFF2-40B4-BE49-F238E27FC236}">
                <a16:creationId xmlns:a16="http://schemas.microsoft.com/office/drawing/2014/main" id="{F85931C5-6E9F-7B27-660F-0A3D7C4B1B10}"/>
              </a:ext>
            </a:extLst>
          </p:cNvPr>
          <p:cNvSpPr/>
          <p:nvPr/>
        </p:nvSpPr>
        <p:spPr>
          <a:xfrm>
            <a:off x="6570360" y="1756956"/>
            <a:ext cx="3413760" cy="3413760"/>
          </a:xfrm>
          <a:prstGeom prst="donut">
            <a:avLst>
              <a:gd name="adj" fmla="val 1734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42C5098C-C378-29B9-C8FE-7AD1E1A170C3}"/>
              </a:ext>
            </a:extLst>
          </p:cNvPr>
          <p:cNvGrpSpPr/>
          <p:nvPr/>
        </p:nvGrpSpPr>
        <p:grpSpPr>
          <a:xfrm>
            <a:off x="1516689" y="1378223"/>
            <a:ext cx="904142" cy="1254202"/>
            <a:chOff x="1403472" y="1317262"/>
            <a:chExt cx="904142" cy="1254202"/>
          </a:xfrm>
        </p:grpSpPr>
        <p:sp>
          <p:nvSpPr>
            <p:cNvPr id="104" name="순서도: 대체 처리 103">
              <a:extLst>
                <a:ext uri="{FF2B5EF4-FFF2-40B4-BE49-F238E27FC236}">
                  <a16:creationId xmlns:a16="http://schemas.microsoft.com/office/drawing/2014/main" id="{B5DA7E1E-A395-50AA-21EF-982402377B28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05" name="순서도: 대체 처리 104">
              <a:extLst>
                <a:ext uri="{FF2B5EF4-FFF2-40B4-BE49-F238E27FC236}">
                  <a16:creationId xmlns:a16="http://schemas.microsoft.com/office/drawing/2014/main" id="{C3281F4D-4EF8-2337-778B-F50389641791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빨강</a:t>
              </a:r>
            </a:p>
          </p:txBody>
        </p:sp>
        <p:sp>
          <p:nvSpPr>
            <p:cNvPr id="107" name="순서도: 대체 처리 106">
              <a:extLst>
                <a:ext uri="{FF2B5EF4-FFF2-40B4-BE49-F238E27FC236}">
                  <a16:creationId xmlns:a16="http://schemas.microsoft.com/office/drawing/2014/main" id="{005633CE-4D32-F034-6A20-CA83A902560C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2F4DA980-A7D8-6CE9-BAC2-5E999E8913F0}"/>
              </a:ext>
            </a:extLst>
          </p:cNvPr>
          <p:cNvGrpSpPr/>
          <p:nvPr/>
        </p:nvGrpSpPr>
        <p:grpSpPr>
          <a:xfrm>
            <a:off x="2675080" y="1378223"/>
            <a:ext cx="904142" cy="1254202"/>
            <a:chOff x="1403472" y="1317262"/>
            <a:chExt cx="904142" cy="1254202"/>
          </a:xfrm>
        </p:grpSpPr>
        <p:sp>
          <p:nvSpPr>
            <p:cNvPr id="121" name="순서도: 대체 처리 120">
              <a:extLst>
                <a:ext uri="{FF2B5EF4-FFF2-40B4-BE49-F238E27FC236}">
                  <a16:creationId xmlns:a16="http://schemas.microsoft.com/office/drawing/2014/main" id="{0CB75433-93FD-B3EB-CB58-C7DEA978718E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2" name="순서도: 대체 처리 121">
              <a:extLst>
                <a:ext uri="{FF2B5EF4-FFF2-40B4-BE49-F238E27FC236}">
                  <a16:creationId xmlns:a16="http://schemas.microsoft.com/office/drawing/2014/main" id="{7E493C96-9E6C-7964-C851-0E1A5F10B862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3" name="순서도: 대체 처리 122">
              <a:extLst>
                <a:ext uri="{FF2B5EF4-FFF2-40B4-BE49-F238E27FC236}">
                  <a16:creationId xmlns:a16="http://schemas.microsoft.com/office/drawing/2014/main" id="{03206C63-1958-50FD-661F-0A0E466C75EE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87D3B809-93D5-12D1-63F5-205B95F21286}"/>
              </a:ext>
            </a:extLst>
          </p:cNvPr>
          <p:cNvGrpSpPr/>
          <p:nvPr/>
        </p:nvGrpSpPr>
        <p:grpSpPr>
          <a:xfrm>
            <a:off x="3824643" y="1378223"/>
            <a:ext cx="904142" cy="1254202"/>
            <a:chOff x="1403472" y="1317262"/>
            <a:chExt cx="904142" cy="1254202"/>
          </a:xfrm>
        </p:grpSpPr>
        <p:sp>
          <p:nvSpPr>
            <p:cNvPr id="125" name="순서도: 대체 처리 124">
              <a:extLst>
                <a:ext uri="{FF2B5EF4-FFF2-40B4-BE49-F238E27FC236}">
                  <a16:creationId xmlns:a16="http://schemas.microsoft.com/office/drawing/2014/main" id="{E02FFE3D-F208-B46B-B190-C171989D739B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순서도: 대체 처리 125">
              <a:extLst>
                <a:ext uri="{FF2B5EF4-FFF2-40B4-BE49-F238E27FC236}">
                  <a16:creationId xmlns:a16="http://schemas.microsoft.com/office/drawing/2014/main" id="{6AE75CA0-793C-6239-719E-0BCCC1749CE4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7" name="순서도: 대체 처리 126">
              <a:extLst>
                <a:ext uri="{FF2B5EF4-FFF2-40B4-BE49-F238E27FC236}">
                  <a16:creationId xmlns:a16="http://schemas.microsoft.com/office/drawing/2014/main" id="{3214763F-C3FE-DADF-0A8B-C5E33A165237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AFBC32B9-E518-8612-E897-040489944997}"/>
              </a:ext>
            </a:extLst>
          </p:cNvPr>
          <p:cNvGrpSpPr/>
          <p:nvPr/>
        </p:nvGrpSpPr>
        <p:grpSpPr>
          <a:xfrm>
            <a:off x="4983509" y="1378223"/>
            <a:ext cx="904142" cy="1254202"/>
            <a:chOff x="1403472" y="1317262"/>
            <a:chExt cx="904142" cy="1254202"/>
          </a:xfrm>
        </p:grpSpPr>
        <p:sp>
          <p:nvSpPr>
            <p:cNvPr id="129" name="순서도: 대체 처리 128">
              <a:extLst>
                <a:ext uri="{FF2B5EF4-FFF2-40B4-BE49-F238E27FC236}">
                  <a16:creationId xmlns:a16="http://schemas.microsoft.com/office/drawing/2014/main" id="{485BC57F-E22D-54F9-CFCB-625197C65194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30" name="순서도: 대체 처리 129">
              <a:extLst>
                <a:ext uri="{FF2B5EF4-FFF2-40B4-BE49-F238E27FC236}">
                  <a16:creationId xmlns:a16="http://schemas.microsoft.com/office/drawing/2014/main" id="{EAE9863E-49D5-CC63-70AC-B3A72F18C4FD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31" name="순서도: 대체 처리 130">
              <a:extLst>
                <a:ext uri="{FF2B5EF4-FFF2-40B4-BE49-F238E27FC236}">
                  <a16:creationId xmlns:a16="http://schemas.microsoft.com/office/drawing/2014/main" id="{1A6D8725-7ADF-96BF-F0D6-3528859963AF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63BE376B-DBCC-F8EA-EFC6-6E15CC916048}"/>
              </a:ext>
            </a:extLst>
          </p:cNvPr>
          <p:cNvGrpSpPr/>
          <p:nvPr/>
        </p:nvGrpSpPr>
        <p:grpSpPr>
          <a:xfrm>
            <a:off x="1516689" y="2789506"/>
            <a:ext cx="904142" cy="1254202"/>
            <a:chOff x="1403472" y="1317262"/>
            <a:chExt cx="904142" cy="1254202"/>
          </a:xfrm>
        </p:grpSpPr>
        <p:sp>
          <p:nvSpPr>
            <p:cNvPr id="141" name="순서도: 대체 처리 140">
              <a:extLst>
                <a:ext uri="{FF2B5EF4-FFF2-40B4-BE49-F238E27FC236}">
                  <a16:creationId xmlns:a16="http://schemas.microsoft.com/office/drawing/2014/main" id="{79C1CE9B-9C2E-C346-3971-741DE62C66A1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2" name="순서도: 대체 처리 141">
              <a:extLst>
                <a:ext uri="{FF2B5EF4-FFF2-40B4-BE49-F238E27FC236}">
                  <a16:creationId xmlns:a16="http://schemas.microsoft.com/office/drawing/2014/main" id="{646A2580-5C85-FB45-BFC6-0FD3756B167A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3" name="순서도: 대체 처리 142">
              <a:extLst>
                <a:ext uri="{FF2B5EF4-FFF2-40B4-BE49-F238E27FC236}">
                  <a16:creationId xmlns:a16="http://schemas.microsoft.com/office/drawing/2014/main" id="{2F17CDE9-9660-A0CD-5B0B-5DE9D4A2D624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4CD4C45C-497F-05D6-1453-9C6CF22A5745}"/>
              </a:ext>
            </a:extLst>
          </p:cNvPr>
          <p:cNvGrpSpPr/>
          <p:nvPr/>
        </p:nvGrpSpPr>
        <p:grpSpPr>
          <a:xfrm>
            <a:off x="2675080" y="2789506"/>
            <a:ext cx="904142" cy="1254202"/>
            <a:chOff x="1403472" y="1317262"/>
            <a:chExt cx="904142" cy="1254202"/>
          </a:xfrm>
        </p:grpSpPr>
        <p:sp>
          <p:nvSpPr>
            <p:cNvPr id="145" name="순서도: 대체 처리 144">
              <a:extLst>
                <a:ext uri="{FF2B5EF4-FFF2-40B4-BE49-F238E27FC236}">
                  <a16:creationId xmlns:a16="http://schemas.microsoft.com/office/drawing/2014/main" id="{701613F7-A7A9-FEB4-7CBC-D22A2352539A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6" name="순서도: 대체 처리 145">
              <a:extLst>
                <a:ext uri="{FF2B5EF4-FFF2-40B4-BE49-F238E27FC236}">
                  <a16:creationId xmlns:a16="http://schemas.microsoft.com/office/drawing/2014/main" id="{D429AB36-841C-827C-4C0D-C6AD0B8BF725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7" name="순서도: 대체 처리 146">
              <a:extLst>
                <a:ext uri="{FF2B5EF4-FFF2-40B4-BE49-F238E27FC236}">
                  <a16:creationId xmlns:a16="http://schemas.microsoft.com/office/drawing/2014/main" id="{402BC01F-824E-F583-DE00-A62BD0D68C56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572C4D5-93FB-33EC-3C56-073EEA92A8AA}"/>
              </a:ext>
            </a:extLst>
          </p:cNvPr>
          <p:cNvGrpSpPr/>
          <p:nvPr/>
        </p:nvGrpSpPr>
        <p:grpSpPr>
          <a:xfrm>
            <a:off x="3824643" y="2789506"/>
            <a:ext cx="904142" cy="1254202"/>
            <a:chOff x="1403472" y="1317262"/>
            <a:chExt cx="904142" cy="1254202"/>
          </a:xfrm>
        </p:grpSpPr>
        <p:sp>
          <p:nvSpPr>
            <p:cNvPr id="149" name="순서도: 대체 처리 148">
              <a:extLst>
                <a:ext uri="{FF2B5EF4-FFF2-40B4-BE49-F238E27FC236}">
                  <a16:creationId xmlns:a16="http://schemas.microsoft.com/office/drawing/2014/main" id="{68AA3D4E-24E4-D622-A3BC-3B4D12B30D6C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0" name="순서도: 대체 처리 149">
              <a:extLst>
                <a:ext uri="{FF2B5EF4-FFF2-40B4-BE49-F238E27FC236}">
                  <a16:creationId xmlns:a16="http://schemas.microsoft.com/office/drawing/2014/main" id="{266A3918-4149-562C-BDF2-CB4E037F79E8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1" name="순서도: 대체 처리 150">
              <a:extLst>
                <a:ext uri="{FF2B5EF4-FFF2-40B4-BE49-F238E27FC236}">
                  <a16:creationId xmlns:a16="http://schemas.microsoft.com/office/drawing/2014/main" id="{05F0453A-C79F-68A1-779E-DE22F42A9624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D0CDCCED-3C56-7838-4029-96CFB25447CF}"/>
              </a:ext>
            </a:extLst>
          </p:cNvPr>
          <p:cNvGrpSpPr/>
          <p:nvPr/>
        </p:nvGrpSpPr>
        <p:grpSpPr>
          <a:xfrm>
            <a:off x="4983509" y="2789506"/>
            <a:ext cx="904142" cy="1254202"/>
            <a:chOff x="1403472" y="1317262"/>
            <a:chExt cx="904142" cy="1254202"/>
          </a:xfrm>
        </p:grpSpPr>
        <p:sp>
          <p:nvSpPr>
            <p:cNvPr id="153" name="순서도: 대체 처리 152">
              <a:extLst>
                <a:ext uri="{FF2B5EF4-FFF2-40B4-BE49-F238E27FC236}">
                  <a16:creationId xmlns:a16="http://schemas.microsoft.com/office/drawing/2014/main" id="{B1C1449C-4060-77DC-8F4F-AA769E59FDB0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4" name="순서도: 대체 처리 153">
              <a:extLst>
                <a:ext uri="{FF2B5EF4-FFF2-40B4-BE49-F238E27FC236}">
                  <a16:creationId xmlns:a16="http://schemas.microsoft.com/office/drawing/2014/main" id="{72E7C1FB-F1F6-36E7-36FC-506B296EE4F0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5" name="순서도: 대체 처리 154">
              <a:extLst>
                <a:ext uri="{FF2B5EF4-FFF2-40B4-BE49-F238E27FC236}">
                  <a16:creationId xmlns:a16="http://schemas.microsoft.com/office/drawing/2014/main" id="{C7E97979-9CBC-A8E5-3B2A-836076C19471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38BDF213-04AF-1E37-3E3B-7FD1572ECF77}"/>
              </a:ext>
            </a:extLst>
          </p:cNvPr>
          <p:cNvGrpSpPr/>
          <p:nvPr/>
        </p:nvGrpSpPr>
        <p:grpSpPr>
          <a:xfrm>
            <a:off x="1516689" y="4242074"/>
            <a:ext cx="904142" cy="1254202"/>
            <a:chOff x="1403472" y="1317262"/>
            <a:chExt cx="904142" cy="1254202"/>
          </a:xfrm>
        </p:grpSpPr>
        <p:sp>
          <p:nvSpPr>
            <p:cNvPr id="157" name="순서도: 대체 처리 156">
              <a:extLst>
                <a:ext uri="{FF2B5EF4-FFF2-40B4-BE49-F238E27FC236}">
                  <a16:creationId xmlns:a16="http://schemas.microsoft.com/office/drawing/2014/main" id="{39ABA31B-35A4-39BA-EA4C-FB796D735A2B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8" name="순서도: 대체 처리 157">
              <a:extLst>
                <a:ext uri="{FF2B5EF4-FFF2-40B4-BE49-F238E27FC236}">
                  <a16:creationId xmlns:a16="http://schemas.microsoft.com/office/drawing/2014/main" id="{E2441390-AD13-740F-CD02-7FF07FEDE812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9" name="순서도: 대체 처리 158">
              <a:extLst>
                <a:ext uri="{FF2B5EF4-FFF2-40B4-BE49-F238E27FC236}">
                  <a16:creationId xmlns:a16="http://schemas.microsoft.com/office/drawing/2014/main" id="{5534BE6E-94AC-D0C7-90F0-FEEED4D4E8A5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4305CC20-411C-B9B4-AFBF-25E9727F1E4E}"/>
              </a:ext>
            </a:extLst>
          </p:cNvPr>
          <p:cNvGrpSpPr/>
          <p:nvPr/>
        </p:nvGrpSpPr>
        <p:grpSpPr>
          <a:xfrm>
            <a:off x="2675080" y="4242074"/>
            <a:ext cx="904142" cy="1254202"/>
            <a:chOff x="1403472" y="1317262"/>
            <a:chExt cx="904142" cy="1254202"/>
          </a:xfrm>
        </p:grpSpPr>
        <p:sp>
          <p:nvSpPr>
            <p:cNvPr id="161" name="순서도: 대체 처리 160">
              <a:extLst>
                <a:ext uri="{FF2B5EF4-FFF2-40B4-BE49-F238E27FC236}">
                  <a16:creationId xmlns:a16="http://schemas.microsoft.com/office/drawing/2014/main" id="{EC466C6D-7935-CB70-0CC2-37994E313485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62" name="순서도: 대체 처리 161">
              <a:extLst>
                <a:ext uri="{FF2B5EF4-FFF2-40B4-BE49-F238E27FC236}">
                  <a16:creationId xmlns:a16="http://schemas.microsoft.com/office/drawing/2014/main" id="{F1EA272F-D79F-B565-00CE-C5414E4A9507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63" name="순서도: 대체 처리 162">
              <a:extLst>
                <a:ext uri="{FF2B5EF4-FFF2-40B4-BE49-F238E27FC236}">
                  <a16:creationId xmlns:a16="http://schemas.microsoft.com/office/drawing/2014/main" id="{5EA5A09F-8330-3EE2-3239-3C23256869B1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E9ECAD7A-3584-9177-023E-D043EA2495CD}"/>
              </a:ext>
            </a:extLst>
          </p:cNvPr>
          <p:cNvGrpSpPr/>
          <p:nvPr/>
        </p:nvGrpSpPr>
        <p:grpSpPr>
          <a:xfrm>
            <a:off x="6568967" y="1674013"/>
            <a:ext cx="3432919" cy="3551121"/>
            <a:chOff x="6586385" y="1639177"/>
            <a:chExt cx="3432919" cy="3551121"/>
          </a:xfrm>
          <a:solidFill>
            <a:schemeClr val="bg1"/>
          </a:solidFill>
        </p:grpSpPr>
        <p:sp>
          <p:nvSpPr>
            <p:cNvPr id="172" name="사다리꼴 171">
              <a:extLst>
                <a:ext uri="{FF2B5EF4-FFF2-40B4-BE49-F238E27FC236}">
                  <a16:creationId xmlns:a16="http://schemas.microsoft.com/office/drawing/2014/main" id="{113B9C9B-64EA-6217-AED8-0B14595F2DAF}"/>
                </a:ext>
              </a:extLst>
            </p:cNvPr>
            <p:cNvSpPr/>
            <p:nvPr/>
          </p:nvSpPr>
          <p:spPr>
            <a:xfrm rot="10800000">
              <a:off x="7950926" y="1639177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4" name="사다리꼴 173">
              <a:extLst>
                <a:ext uri="{FF2B5EF4-FFF2-40B4-BE49-F238E27FC236}">
                  <a16:creationId xmlns:a16="http://schemas.microsoft.com/office/drawing/2014/main" id="{7E3FBC84-57A9-E500-0925-A1988CC1D35E}"/>
                </a:ext>
              </a:extLst>
            </p:cNvPr>
            <p:cNvSpPr/>
            <p:nvPr/>
          </p:nvSpPr>
          <p:spPr>
            <a:xfrm rot="15109144">
              <a:off x="9301312" y="2614294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B8E08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5" name="사다리꼴 174">
              <a:extLst>
                <a:ext uri="{FF2B5EF4-FFF2-40B4-BE49-F238E27FC236}">
                  <a16:creationId xmlns:a16="http://schemas.microsoft.com/office/drawing/2014/main" id="{BDD1E8DC-1B68-C608-7BCA-ACCF4315161A}"/>
                </a:ext>
              </a:extLst>
            </p:cNvPr>
            <p:cNvSpPr/>
            <p:nvPr/>
          </p:nvSpPr>
          <p:spPr>
            <a:xfrm rot="6519232">
              <a:off x="6617061" y="2581095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6" name="사다리꼴 175">
              <a:extLst>
                <a:ext uri="{FF2B5EF4-FFF2-40B4-BE49-F238E27FC236}">
                  <a16:creationId xmlns:a16="http://schemas.microsoft.com/office/drawing/2014/main" id="{0E2E9B3B-6765-4525-CBEE-D65FB5D96DAA}"/>
                </a:ext>
              </a:extLst>
            </p:cNvPr>
            <p:cNvSpPr/>
            <p:nvPr/>
          </p:nvSpPr>
          <p:spPr>
            <a:xfrm rot="13065977">
              <a:off x="8785713" y="1921232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7" name="사다리꼴 176">
              <a:extLst>
                <a:ext uri="{FF2B5EF4-FFF2-40B4-BE49-F238E27FC236}">
                  <a16:creationId xmlns:a16="http://schemas.microsoft.com/office/drawing/2014/main" id="{535415F0-A993-FAF2-1B26-9A5D4F849830}"/>
                </a:ext>
              </a:extLst>
            </p:cNvPr>
            <p:cNvSpPr/>
            <p:nvPr/>
          </p:nvSpPr>
          <p:spPr>
            <a:xfrm rot="8669302">
              <a:off x="7124337" y="1892255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0" name="사다리꼴 179">
              <a:extLst>
                <a:ext uri="{FF2B5EF4-FFF2-40B4-BE49-F238E27FC236}">
                  <a16:creationId xmlns:a16="http://schemas.microsoft.com/office/drawing/2014/main" id="{A9E58701-1379-E06D-E4CA-438646DFC899}"/>
                </a:ext>
              </a:extLst>
            </p:cNvPr>
            <p:cNvSpPr/>
            <p:nvPr/>
          </p:nvSpPr>
          <p:spPr>
            <a:xfrm rot="10800000" flipV="1">
              <a:off x="7967300" y="4458004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1" name="사다리꼴 180">
              <a:extLst>
                <a:ext uri="{FF2B5EF4-FFF2-40B4-BE49-F238E27FC236}">
                  <a16:creationId xmlns:a16="http://schemas.microsoft.com/office/drawing/2014/main" id="{61819C3B-13A5-E369-FC63-C17F627B42C4}"/>
                </a:ext>
              </a:extLst>
            </p:cNvPr>
            <p:cNvSpPr/>
            <p:nvPr/>
          </p:nvSpPr>
          <p:spPr>
            <a:xfrm rot="6490856" flipV="1">
              <a:off x="9317686" y="3482887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2" name="사다리꼴 181">
              <a:extLst>
                <a:ext uri="{FF2B5EF4-FFF2-40B4-BE49-F238E27FC236}">
                  <a16:creationId xmlns:a16="http://schemas.microsoft.com/office/drawing/2014/main" id="{5F63CCD4-B7DA-DB85-E1D9-FC1FF260F31C}"/>
                </a:ext>
              </a:extLst>
            </p:cNvPr>
            <p:cNvSpPr/>
            <p:nvPr/>
          </p:nvSpPr>
          <p:spPr>
            <a:xfrm rot="15080768" flipV="1">
              <a:off x="6633435" y="3516086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9933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3" name="사다리꼴 182">
              <a:extLst>
                <a:ext uri="{FF2B5EF4-FFF2-40B4-BE49-F238E27FC236}">
                  <a16:creationId xmlns:a16="http://schemas.microsoft.com/office/drawing/2014/main" id="{32D9684A-00EA-7729-8201-19761AD0C193}"/>
                </a:ext>
              </a:extLst>
            </p:cNvPr>
            <p:cNvSpPr/>
            <p:nvPr/>
          </p:nvSpPr>
          <p:spPr>
            <a:xfrm rot="8534023" flipV="1">
              <a:off x="8802087" y="4175949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CCE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4" name="사다리꼴 183">
              <a:extLst>
                <a:ext uri="{FF2B5EF4-FFF2-40B4-BE49-F238E27FC236}">
                  <a16:creationId xmlns:a16="http://schemas.microsoft.com/office/drawing/2014/main" id="{05F0B4BC-02EB-46E5-6AAE-2197D39D4826}"/>
                </a:ext>
              </a:extLst>
            </p:cNvPr>
            <p:cNvSpPr/>
            <p:nvPr/>
          </p:nvSpPr>
          <p:spPr>
            <a:xfrm rot="12930698" flipV="1">
              <a:off x="7140711" y="4204926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75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A55D3460-6CB4-5FE5-10BA-6D71EE8EDEE8}"/>
              </a:ext>
            </a:extLst>
          </p:cNvPr>
          <p:cNvSpPr txBox="1"/>
          <p:nvPr/>
        </p:nvSpPr>
        <p:spPr>
          <a:xfrm>
            <a:off x="7988063" y="1883816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 w="3175"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빨강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316DEB75-34CC-2021-3193-AD50DC4B0C0E}"/>
              </a:ext>
            </a:extLst>
          </p:cNvPr>
          <p:cNvSpPr txBox="1"/>
          <p:nvPr/>
        </p:nvSpPr>
        <p:spPr>
          <a:xfrm>
            <a:off x="8837315" y="2185453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노랑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96E396-49BA-3623-E974-1A3481D76BEA}"/>
              </a:ext>
            </a:extLst>
          </p:cNvPr>
          <p:cNvSpPr txBox="1"/>
          <p:nvPr/>
        </p:nvSpPr>
        <p:spPr>
          <a:xfrm>
            <a:off x="9359341" y="2900060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연두</a:t>
            </a:r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3CB8F469-AF54-5C72-F232-B5BC8DB5B1BC}"/>
              </a:ext>
            </a:extLst>
          </p:cNvPr>
          <p:cNvSpPr/>
          <p:nvPr/>
        </p:nvSpPr>
        <p:spPr>
          <a:xfrm>
            <a:off x="7830104" y="2991468"/>
            <a:ext cx="905083" cy="90508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알 수 없음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D02A868-A199-8235-1ACE-D40EEC5B7E47}"/>
              </a:ext>
            </a:extLst>
          </p:cNvPr>
          <p:cNvSpPr txBox="1"/>
          <p:nvPr/>
        </p:nvSpPr>
        <p:spPr>
          <a:xfrm>
            <a:off x="9359341" y="3736927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초록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60EE9E8-C73C-7D1D-11DD-F52D87AAF6B3}"/>
              </a:ext>
            </a:extLst>
          </p:cNvPr>
          <p:cNvSpPr txBox="1"/>
          <p:nvPr/>
        </p:nvSpPr>
        <p:spPr>
          <a:xfrm>
            <a:off x="8837315" y="4450548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하늘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AF58918-73DC-819F-D36E-6A80B066248F}"/>
              </a:ext>
            </a:extLst>
          </p:cNvPr>
          <p:cNvSpPr txBox="1"/>
          <p:nvPr/>
        </p:nvSpPr>
        <p:spPr>
          <a:xfrm>
            <a:off x="7984116" y="4689718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파랑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2346304-C3D4-2936-F995-9A30B1E17301}"/>
              </a:ext>
            </a:extLst>
          </p:cNvPr>
          <p:cNvSpPr txBox="1"/>
          <p:nvPr/>
        </p:nvSpPr>
        <p:spPr>
          <a:xfrm>
            <a:off x="6640278" y="3782754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보라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C268F3A7-8DEA-61B9-2DAB-8C335D0425A6}"/>
              </a:ext>
            </a:extLst>
          </p:cNvPr>
          <p:cNvSpPr txBox="1"/>
          <p:nvPr/>
        </p:nvSpPr>
        <p:spPr>
          <a:xfrm>
            <a:off x="6640278" y="2879485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갈색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A4484E19-1813-516B-D5B1-2EBAED59A1A5}"/>
              </a:ext>
            </a:extLst>
          </p:cNvPr>
          <p:cNvSpPr txBox="1"/>
          <p:nvPr/>
        </p:nvSpPr>
        <p:spPr>
          <a:xfrm>
            <a:off x="7131753" y="2165669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주황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F38D92B-0EB1-C9FD-71CA-18408CDD6D45}"/>
              </a:ext>
            </a:extLst>
          </p:cNvPr>
          <p:cNvSpPr txBox="1"/>
          <p:nvPr/>
        </p:nvSpPr>
        <p:spPr>
          <a:xfrm>
            <a:off x="7159565" y="4477792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핑크</a:t>
            </a:r>
          </a:p>
        </p:txBody>
      </p:sp>
      <p:sp>
        <p:nvSpPr>
          <p:cNvPr id="201" name="사다리꼴 200">
            <a:extLst>
              <a:ext uri="{FF2B5EF4-FFF2-40B4-BE49-F238E27FC236}">
                <a16:creationId xmlns:a16="http://schemas.microsoft.com/office/drawing/2014/main" id="{8DD021F0-1468-A3D7-E9AF-E005BAD3F8D5}"/>
              </a:ext>
            </a:extLst>
          </p:cNvPr>
          <p:cNvSpPr/>
          <p:nvPr/>
        </p:nvSpPr>
        <p:spPr>
          <a:xfrm rot="10800000">
            <a:off x="7856254" y="1580811"/>
            <a:ext cx="824551" cy="905082"/>
          </a:xfrm>
          <a:prstGeom prst="trapezoid">
            <a:avLst>
              <a:gd name="adj" fmla="val 1492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910C39FC-B7C2-B976-0BEB-3B1BA4A161AC}"/>
              </a:ext>
            </a:extLst>
          </p:cNvPr>
          <p:cNvSpPr/>
          <p:nvPr/>
        </p:nvSpPr>
        <p:spPr>
          <a:xfrm>
            <a:off x="1436914" y="1287962"/>
            <a:ext cx="1049853" cy="14198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497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8E550-0313-E6F1-99CC-923E9A6BE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325180-8B29-8A68-05C4-760E3D98C6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5D52F3E4-A924-09A6-9458-21B47F047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en-US" altLang="ko-KR" sz="2800" dirty="0"/>
              <a:t>(</a:t>
            </a:r>
            <a:r>
              <a:rPr lang="ko-KR" altLang="en-US" sz="2800" dirty="0"/>
              <a:t>시민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투표로 </a:t>
            </a:r>
            <a:r>
              <a:rPr lang="ko-KR" altLang="en-US" sz="2800" dirty="0" err="1"/>
              <a:t>한명</a:t>
            </a:r>
            <a:r>
              <a:rPr lang="ko-KR" altLang="en-US" sz="2800" dirty="0"/>
              <a:t> 사망한 상태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88A06A-3331-ECFF-91CF-F023F628A89C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CE0C85B-FD7F-2425-F9FB-CA9DC9E61396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9A6CE58-A3DB-A4B9-8DE2-FCA876476F3D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D18EF8-A97F-2355-4FDF-C469FAE4A149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6290ABE-578E-DFAE-BAAE-C99E12851E47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graphicFrame>
        <p:nvGraphicFramePr>
          <p:cNvPr id="110" name="표 109">
            <a:extLst>
              <a:ext uri="{FF2B5EF4-FFF2-40B4-BE49-F238E27FC236}">
                <a16:creationId xmlns:a16="http://schemas.microsoft.com/office/drawing/2014/main" id="{35CAA27D-7C99-0EBE-1183-B4CF335FB1BD}"/>
              </a:ext>
            </a:extLst>
          </p:cNvPr>
          <p:cNvGraphicFramePr>
            <a:graphicFrameLocks noGrp="1"/>
          </p:cNvGraphicFramePr>
          <p:nvPr/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7AE2FA12-7D5F-D194-F90C-83FFDE8E4600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D9B8BD4D-BFF9-72A3-31DF-958E59C7616E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1F71494B-6315-22AE-7315-E7F5F4E0A437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1ED5B648-0BB9-7FCD-773E-0EF3B6F347C6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60E518BA-5066-B1AA-C159-A8967F030623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E70D45B9-880C-4E3A-AC74-35897CE114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489DAF4E-26F5-C2B1-3F30-FC350355F1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240BFDA6-6D7D-0BBA-E8EA-7792C92654E1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C6217409-9DF4-8C30-2C37-B73EDB13259F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D9701E74-A145-31F0-090C-6863463BE4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6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D6E6FA90-6AB5-CAFD-E459-79CCF09DBA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7E65F83-7A6D-0AB0-4928-B3FE91EA4329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00B27E-A1D5-5613-E7DD-F258DA708C4E}"/>
              </a:ext>
            </a:extLst>
          </p:cNvPr>
          <p:cNvSpPr/>
          <p:nvPr/>
        </p:nvSpPr>
        <p:spPr>
          <a:xfrm>
            <a:off x="1210492" y="1076548"/>
            <a:ext cx="9393484" cy="4836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CAC76E37-42AC-F280-4CD2-5F9E4187AEDA}"/>
              </a:ext>
            </a:extLst>
          </p:cNvPr>
          <p:cNvSpPr/>
          <p:nvPr/>
        </p:nvSpPr>
        <p:spPr>
          <a:xfrm>
            <a:off x="6296297" y="1497874"/>
            <a:ext cx="3942191" cy="3936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원형: 비어 있음 88">
            <a:extLst>
              <a:ext uri="{FF2B5EF4-FFF2-40B4-BE49-F238E27FC236}">
                <a16:creationId xmlns:a16="http://schemas.microsoft.com/office/drawing/2014/main" id="{9E0948BE-E490-9349-6D19-401C945CC8C1}"/>
              </a:ext>
            </a:extLst>
          </p:cNvPr>
          <p:cNvSpPr/>
          <p:nvPr/>
        </p:nvSpPr>
        <p:spPr>
          <a:xfrm>
            <a:off x="6570360" y="1756956"/>
            <a:ext cx="3413760" cy="3413760"/>
          </a:xfrm>
          <a:prstGeom prst="donut">
            <a:avLst>
              <a:gd name="adj" fmla="val 1734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9BAEA3A4-46D9-184B-CBFA-4460558050EA}"/>
              </a:ext>
            </a:extLst>
          </p:cNvPr>
          <p:cNvGrpSpPr/>
          <p:nvPr/>
        </p:nvGrpSpPr>
        <p:grpSpPr>
          <a:xfrm>
            <a:off x="1516689" y="1378223"/>
            <a:ext cx="904142" cy="1254202"/>
            <a:chOff x="1403472" y="1317262"/>
            <a:chExt cx="904142" cy="1254202"/>
          </a:xfrm>
        </p:grpSpPr>
        <p:sp>
          <p:nvSpPr>
            <p:cNvPr id="104" name="순서도: 대체 처리 103">
              <a:extLst>
                <a:ext uri="{FF2B5EF4-FFF2-40B4-BE49-F238E27FC236}">
                  <a16:creationId xmlns:a16="http://schemas.microsoft.com/office/drawing/2014/main" id="{1AF13ADD-3CC7-98E1-C337-5FB9EDC7FBE9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05" name="순서도: 대체 처리 104">
              <a:extLst>
                <a:ext uri="{FF2B5EF4-FFF2-40B4-BE49-F238E27FC236}">
                  <a16:creationId xmlns:a16="http://schemas.microsoft.com/office/drawing/2014/main" id="{1467A778-5A95-1F9E-CA6D-85C3A53743FD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빨강</a:t>
              </a:r>
            </a:p>
          </p:txBody>
        </p:sp>
        <p:sp>
          <p:nvSpPr>
            <p:cNvPr id="107" name="순서도: 대체 처리 106">
              <a:extLst>
                <a:ext uri="{FF2B5EF4-FFF2-40B4-BE49-F238E27FC236}">
                  <a16:creationId xmlns:a16="http://schemas.microsoft.com/office/drawing/2014/main" id="{D12826E2-D55B-A1C4-3DDB-0092EF79B1FB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6EE4B22E-A11D-1CD9-37BF-6EBF05551678}"/>
              </a:ext>
            </a:extLst>
          </p:cNvPr>
          <p:cNvGrpSpPr/>
          <p:nvPr/>
        </p:nvGrpSpPr>
        <p:grpSpPr>
          <a:xfrm>
            <a:off x="2675080" y="1378223"/>
            <a:ext cx="904142" cy="1254202"/>
            <a:chOff x="1403472" y="1317262"/>
            <a:chExt cx="904142" cy="1254202"/>
          </a:xfrm>
        </p:grpSpPr>
        <p:sp>
          <p:nvSpPr>
            <p:cNvPr id="121" name="순서도: 대체 처리 120">
              <a:extLst>
                <a:ext uri="{FF2B5EF4-FFF2-40B4-BE49-F238E27FC236}">
                  <a16:creationId xmlns:a16="http://schemas.microsoft.com/office/drawing/2014/main" id="{A78DB7C7-0ECE-B82F-56DF-3014FBF2074E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2" name="순서도: 대체 처리 121">
              <a:extLst>
                <a:ext uri="{FF2B5EF4-FFF2-40B4-BE49-F238E27FC236}">
                  <a16:creationId xmlns:a16="http://schemas.microsoft.com/office/drawing/2014/main" id="{36A700D7-41DB-3236-5AAA-86B1E618BD85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3" name="순서도: 대체 처리 122">
              <a:extLst>
                <a:ext uri="{FF2B5EF4-FFF2-40B4-BE49-F238E27FC236}">
                  <a16:creationId xmlns:a16="http://schemas.microsoft.com/office/drawing/2014/main" id="{CEDEB8AA-B5C2-45DA-1029-628EF249644E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ABF1B252-D844-F0F6-99F1-E4DD19ED91E1}"/>
              </a:ext>
            </a:extLst>
          </p:cNvPr>
          <p:cNvGrpSpPr/>
          <p:nvPr/>
        </p:nvGrpSpPr>
        <p:grpSpPr>
          <a:xfrm>
            <a:off x="3824643" y="1378223"/>
            <a:ext cx="904142" cy="1254202"/>
            <a:chOff x="1403472" y="1317262"/>
            <a:chExt cx="904142" cy="1254202"/>
          </a:xfrm>
        </p:grpSpPr>
        <p:sp>
          <p:nvSpPr>
            <p:cNvPr id="125" name="순서도: 대체 처리 124">
              <a:extLst>
                <a:ext uri="{FF2B5EF4-FFF2-40B4-BE49-F238E27FC236}">
                  <a16:creationId xmlns:a16="http://schemas.microsoft.com/office/drawing/2014/main" id="{0EC897A8-8A13-5CC3-FD06-27A16EDA7EF4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순서도: 대체 처리 125">
              <a:extLst>
                <a:ext uri="{FF2B5EF4-FFF2-40B4-BE49-F238E27FC236}">
                  <a16:creationId xmlns:a16="http://schemas.microsoft.com/office/drawing/2014/main" id="{DEC52F60-9B48-296F-0651-FB450BA9A514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7" name="순서도: 대체 처리 126">
              <a:extLst>
                <a:ext uri="{FF2B5EF4-FFF2-40B4-BE49-F238E27FC236}">
                  <a16:creationId xmlns:a16="http://schemas.microsoft.com/office/drawing/2014/main" id="{3BB54080-8726-DAA9-9065-2CCDBD9916FC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DB10F05D-0FC1-B056-D09B-CEA982CBF9A9}"/>
              </a:ext>
            </a:extLst>
          </p:cNvPr>
          <p:cNvGrpSpPr/>
          <p:nvPr/>
        </p:nvGrpSpPr>
        <p:grpSpPr>
          <a:xfrm>
            <a:off x="4983509" y="1378223"/>
            <a:ext cx="904142" cy="1254202"/>
            <a:chOff x="1403472" y="1317262"/>
            <a:chExt cx="904142" cy="1254202"/>
          </a:xfrm>
        </p:grpSpPr>
        <p:sp>
          <p:nvSpPr>
            <p:cNvPr id="129" name="순서도: 대체 처리 128">
              <a:extLst>
                <a:ext uri="{FF2B5EF4-FFF2-40B4-BE49-F238E27FC236}">
                  <a16:creationId xmlns:a16="http://schemas.microsoft.com/office/drawing/2014/main" id="{A41218D8-9100-C2F9-AD02-E011323DD59A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30" name="순서도: 대체 처리 129">
              <a:extLst>
                <a:ext uri="{FF2B5EF4-FFF2-40B4-BE49-F238E27FC236}">
                  <a16:creationId xmlns:a16="http://schemas.microsoft.com/office/drawing/2014/main" id="{80DA311D-9E55-9978-AA6C-166152F999C2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31" name="순서도: 대체 처리 130">
              <a:extLst>
                <a:ext uri="{FF2B5EF4-FFF2-40B4-BE49-F238E27FC236}">
                  <a16:creationId xmlns:a16="http://schemas.microsoft.com/office/drawing/2014/main" id="{F11C88A6-5E6E-6CC7-69BC-7B06B43EAD6C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9D577AE9-3801-C44C-035F-946E51CBC48F}"/>
              </a:ext>
            </a:extLst>
          </p:cNvPr>
          <p:cNvGrpSpPr/>
          <p:nvPr/>
        </p:nvGrpSpPr>
        <p:grpSpPr>
          <a:xfrm>
            <a:off x="1516689" y="2789506"/>
            <a:ext cx="904142" cy="1254202"/>
            <a:chOff x="1403472" y="1317262"/>
            <a:chExt cx="904142" cy="1254202"/>
          </a:xfrm>
        </p:grpSpPr>
        <p:sp>
          <p:nvSpPr>
            <p:cNvPr id="141" name="순서도: 대체 처리 140">
              <a:extLst>
                <a:ext uri="{FF2B5EF4-FFF2-40B4-BE49-F238E27FC236}">
                  <a16:creationId xmlns:a16="http://schemas.microsoft.com/office/drawing/2014/main" id="{3F9C625A-04E3-9454-3D26-DD8E862DC55C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2" name="순서도: 대체 처리 141">
              <a:extLst>
                <a:ext uri="{FF2B5EF4-FFF2-40B4-BE49-F238E27FC236}">
                  <a16:creationId xmlns:a16="http://schemas.microsoft.com/office/drawing/2014/main" id="{4F28050E-F155-79AA-66B9-18310B49BD13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3" name="순서도: 대체 처리 142">
              <a:extLst>
                <a:ext uri="{FF2B5EF4-FFF2-40B4-BE49-F238E27FC236}">
                  <a16:creationId xmlns:a16="http://schemas.microsoft.com/office/drawing/2014/main" id="{D80B6A17-B643-69BC-E640-45391EF82DD3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4A7B3500-7557-3D12-0579-C91ACB781DDE}"/>
              </a:ext>
            </a:extLst>
          </p:cNvPr>
          <p:cNvGrpSpPr/>
          <p:nvPr/>
        </p:nvGrpSpPr>
        <p:grpSpPr>
          <a:xfrm>
            <a:off x="2675080" y="2789506"/>
            <a:ext cx="904142" cy="1254202"/>
            <a:chOff x="1403472" y="1317262"/>
            <a:chExt cx="904142" cy="1254202"/>
          </a:xfrm>
        </p:grpSpPr>
        <p:sp>
          <p:nvSpPr>
            <p:cNvPr id="145" name="순서도: 대체 처리 144">
              <a:extLst>
                <a:ext uri="{FF2B5EF4-FFF2-40B4-BE49-F238E27FC236}">
                  <a16:creationId xmlns:a16="http://schemas.microsoft.com/office/drawing/2014/main" id="{BB19FE85-2B75-5BE7-166E-B2961080252A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6" name="순서도: 대체 처리 145">
              <a:extLst>
                <a:ext uri="{FF2B5EF4-FFF2-40B4-BE49-F238E27FC236}">
                  <a16:creationId xmlns:a16="http://schemas.microsoft.com/office/drawing/2014/main" id="{8DD841EB-7D35-8113-D019-C660C7CC6805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7" name="순서도: 대체 처리 146">
              <a:extLst>
                <a:ext uri="{FF2B5EF4-FFF2-40B4-BE49-F238E27FC236}">
                  <a16:creationId xmlns:a16="http://schemas.microsoft.com/office/drawing/2014/main" id="{560F3FB3-3571-8136-924F-85BECAC08829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B7DDB287-01B6-2919-1B79-8C1AC20D0FAF}"/>
              </a:ext>
            </a:extLst>
          </p:cNvPr>
          <p:cNvGrpSpPr/>
          <p:nvPr/>
        </p:nvGrpSpPr>
        <p:grpSpPr>
          <a:xfrm>
            <a:off x="3824643" y="2789506"/>
            <a:ext cx="904142" cy="1254202"/>
            <a:chOff x="1403472" y="1317262"/>
            <a:chExt cx="904142" cy="1254202"/>
          </a:xfrm>
        </p:grpSpPr>
        <p:sp>
          <p:nvSpPr>
            <p:cNvPr id="149" name="순서도: 대체 처리 148">
              <a:extLst>
                <a:ext uri="{FF2B5EF4-FFF2-40B4-BE49-F238E27FC236}">
                  <a16:creationId xmlns:a16="http://schemas.microsoft.com/office/drawing/2014/main" id="{C7393D05-950E-3A56-181D-99DF43A5A7B0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0" name="순서도: 대체 처리 149">
              <a:extLst>
                <a:ext uri="{FF2B5EF4-FFF2-40B4-BE49-F238E27FC236}">
                  <a16:creationId xmlns:a16="http://schemas.microsoft.com/office/drawing/2014/main" id="{A50CC101-AB83-ECB8-A9F6-B9121D138961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1" name="순서도: 대체 처리 150">
              <a:extLst>
                <a:ext uri="{FF2B5EF4-FFF2-40B4-BE49-F238E27FC236}">
                  <a16:creationId xmlns:a16="http://schemas.microsoft.com/office/drawing/2014/main" id="{DC8610DB-6D96-C867-A681-2530E39EE865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B21AD1E7-08D4-A998-11B3-F5C170302A47}"/>
              </a:ext>
            </a:extLst>
          </p:cNvPr>
          <p:cNvGrpSpPr/>
          <p:nvPr/>
        </p:nvGrpSpPr>
        <p:grpSpPr>
          <a:xfrm>
            <a:off x="4983509" y="2789506"/>
            <a:ext cx="904142" cy="1254202"/>
            <a:chOff x="1403472" y="1317262"/>
            <a:chExt cx="904142" cy="1254202"/>
          </a:xfrm>
        </p:grpSpPr>
        <p:sp>
          <p:nvSpPr>
            <p:cNvPr id="153" name="순서도: 대체 처리 152">
              <a:extLst>
                <a:ext uri="{FF2B5EF4-FFF2-40B4-BE49-F238E27FC236}">
                  <a16:creationId xmlns:a16="http://schemas.microsoft.com/office/drawing/2014/main" id="{7455884C-B1F8-6546-1DFE-843318E9C007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4" name="순서도: 대체 처리 153">
              <a:extLst>
                <a:ext uri="{FF2B5EF4-FFF2-40B4-BE49-F238E27FC236}">
                  <a16:creationId xmlns:a16="http://schemas.microsoft.com/office/drawing/2014/main" id="{5D7E3E01-2365-9F30-3836-80968A030DDD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5" name="순서도: 대체 처리 154">
              <a:extLst>
                <a:ext uri="{FF2B5EF4-FFF2-40B4-BE49-F238E27FC236}">
                  <a16:creationId xmlns:a16="http://schemas.microsoft.com/office/drawing/2014/main" id="{8270E325-1AF8-EC35-BB70-4CF9CBFF0C73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1AE701A9-1331-8914-0E7B-4395C4A3A666}"/>
              </a:ext>
            </a:extLst>
          </p:cNvPr>
          <p:cNvGrpSpPr/>
          <p:nvPr/>
        </p:nvGrpSpPr>
        <p:grpSpPr>
          <a:xfrm>
            <a:off x="1516689" y="4242074"/>
            <a:ext cx="904142" cy="1254202"/>
            <a:chOff x="1403472" y="1317262"/>
            <a:chExt cx="904142" cy="1254202"/>
          </a:xfrm>
        </p:grpSpPr>
        <p:sp>
          <p:nvSpPr>
            <p:cNvPr id="157" name="순서도: 대체 처리 156">
              <a:extLst>
                <a:ext uri="{FF2B5EF4-FFF2-40B4-BE49-F238E27FC236}">
                  <a16:creationId xmlns:a16="http://schemas.microsoft.com/office/drawing/2014/main" id="{E9858EDE-11B7-2759-B39F-FBB3F8BF7714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8" name="순서도: 대체 처리 157">
              <a:extLst>
                <a:ext uri="{FF2B5EF4-FFF2-40B4-BE49-F238E27FC236}">
                  <a16:creationId xmlns:a16="http://schemas.microsoft.com/office/drawing/2014/main" id="{17A45955-E3AC-F9E8-4B46-E539547467BA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9" name="순서도: 대체 처리 158">
              <a:extLst>
                <a:ext uri="{FF2B5EF4-FFF2-40B4-BE49-F238E27FC236}">
                  <a16:creationId xmlns:a16="http://schemas.microsoft.com/office/drawing/2014/main" id="{2E11D2A2-6205-9127-B719-972579C41EA5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A00AD664-875F-16E2-9B34-D3D766C51FE0}"/>
              </a:ext>
            </a:extLst>
          </p:cNvPr>
          <p:cNvGrpSpPr/>
          <p:nvPr/>
        </p:nvGrpSpPr>
        <p:grpSpPr>
          <a:xfrm>
            <a:off x="2675080" y="4242074"/>
            <a:ext cx="904142" cy="1254202"/>
            <a:chOff x="1403472" y="1317262"/>
            <a:chExt cx="904142" cy="1254202"/>
          </a:xfrm>
        </p:grpSpPr>
        <p:sp>
          <p:nvSpPr>
            <p:cNvPr id="161" name="순서도: 대체 처리 160">
              <a:extLst>
                <a:ext uri="{FF2B5EF4-FFF2-40B4-BE49-F238E27FC236}">
                  <a16:creationId xmlns:a16="http://schemas.microsoft.com/office/drawing/2014/main" id="{EEED99F1-9FE6-7607-965C-BC09ABBD2395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62" name="순서도: 대체 처리 161">
              <a:extLst>
                <a:ext uri="{FF2B5EF4-FFF2-40B4-BE49-F238E27FC236}">
                  <a16:creationId xmlns:a16="http://schemas.microsoft.com/office/drawing/2014/main" id="{403CAA16-ED45-33DA-1A24-4E393385F0D4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63" name="순서도: 대체 처리 162">
              <a:extLst>
                <a:ext uri="{FF2B5EF4-FFF2-40B4-BE49-F238E27FC236}">
                  <a16:creationId xmlns:a16="http://schemas.microsoft.com/office/drawing/2014/main" id="{F94F8F61-3413-8B5E-17EE-B30C11DA3CD0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2A007C3F-CA8A-13B4-2C3D-3D513D4D2526}"/>
              </a:ext>
            </a:extLst>
          </p:cNvPr>
          <p:cNvGrpSpPr/>
          <p:nvPr/>
        </p:nvGrpSpPr>
        <p:grpSpPr>
          <a:xfrm>
            <a:off x="6568967" y="1674013"/>
            <a:ext cx="3432919" cy="3551121"/>
            <a:chOff x="6586385" y="1639177"/>
            <a:chExt cx="3432919" cy="3551121"/>
          </a:xfrm>
          <a:solidFill>
            <a:schemeClr val="bg1"/>
          </a:solidFill>
        </p:grpSpPr>
        <p:sp>
          <p:nvSpPr>
            <p:cNvPr id="172" name="사다리꼴 171">
              <a:extLst>
                <a:ext uri="{FF2B5EF4-FFF2-40B4-BE49-F238E27FC236}">
                  <a16:creationId xmlns:a16="http://schemas.microsoft.com/office/drawing/2014/main" id="{EDCF0596-1197-2D96-D2F5-810DCAA4EB8A}"/>
                </a:ext>
              </a:extLst>
            </p:cNvPr>
            <p:cNvSpPr/>
            <p:nvPr/>
          </p:nvSpPr>
          <p:spPr>
            <a:xfrm rot="10800000">
              <a:off x="7950926" y="1639177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4" name="사다리꼴 173">
              <a:extLst>
                <a:ext uri="{FF2B5EF4-FFF2-40B4-BE49-F238E27FC236}">
                  <a16:creationId xmlns:a16="http://schemas.microsoft.com/office/drawing/2014/main" id="{9EE88CA2-151D-3BEB-E3A6-E5701BCFEE7A}"/>
                </a:ext>
              </a:extLst>
            </p:cNvPr>
            <p:cNvSpPr/>
            <p:nvPr/>
          </p:nvSpPr>
          <p:spPr>
            <a:xfrm rot="15109144">
              <a:off x="9301312" y="2614294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B8E08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5" name="사다리꼴 174">
              <a:extLst>
                <a:ext uri="{FF2B5EF4-FFF2-40B4-BE49-F238E27FC236}">
                  <a16:creationId xmlns:a16="http://schemas.microsoft.com/office/drawing/2014/main" id="{BE88CFFE-3B4A-DFBD-48BE-A4B4D907B9C6}"/>
                </a:ext>
              </a:extLst>
            </p:cNvPr>
            <p:cNvSpPr/>
            <p:nvPr/>
          </p:nvSpPr>
          <p:spPr>
            <a:xfrm rot="6519232">
              <a:off x="6617061" y="2581095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6" name="사다리꼴 175">
              <a:extLst>
                <a:ext uri="{FF2B5EF4-FFF2-40B4-BE49-F238E27FC236}">
                  <a16:creationId xmlns:a16="http://schemas.microsoft.com/office/drawing/2014/main" id="{86FD6F34-20C3-B8B4-3890-1B002E90213F}"/>
                </a:ext>
              </a:extLst>
            </p:cNvPr>
            <p:cNvSpPr/>
            <p:nvPr/>
          </p:nvSpPr>
          <p:spPr>
            <a:xfrm rot="13065977">
              <a:off x="8785713" y="1921232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7" name="사다리꼴 176">
              <a:extLst>
                <a:ext uri="{FF2B5EF4-FFF2-40B4-BE49-F238E27FC236}">
                  <a16:creationId xmlns:a16="http://schemas.microsoft.com/office/drawing/2014/main" id="{9F3B946B-1D20-4938-ADCA-7F84CF017957}"/>
                </a:ext>
              </a:extLst>
            </p:cNvPr>
            <p:cNvSpPr/>
            <p:nvPr/>
          </p:nvSpPr>
          <p:spPr>
            <a:xfrm rot="8669302">
              <a:off x="7124337" y="1892255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0" name="사다리꼴 179">
              <a:extLst>
                <a:ext uri="{FF2B5EF4-FFF2-40B4-BE49-F238E27FC236}">
                  <a16:creationId xmlns:a16="http://schemas.microsoft.com/office/drawing/2014/main" id="{B2F9E547-66B8-A632-B286-DAA475660F72}"/>
                </a:ext>
              </a:extLst>
            </p:cNvPr>
            <p:cNvSpPr/>
            <p:nvPr/>
          </p:nvSpPr>
          <p:spPr>
            <a:xfrm rot="10800000" flipV="1">
              <a:off x="7967300" y="4458004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1" name="사다리꼴 180">
              <a:extLst>
                <a:ext uri="{FF2B5EF4-FFF2-40B4-BE49-F238E27FC236}">
                  <a16:creationId xmlns:a16="http://schemas.microsoft.com/office/drawing/2014/main" id="{93036B36-62F0-C65F-D6AB-8172076A2B74}"/>
                </a:ext>
              </a:extLst>
            </p:cNvPr>
            <p:cNvSpPr/>
            <p:nvPr/>
          </p:nvSpPr>
          <p:spPr>
            <a:xfrm rot="6490856" flipV="1">
              <a:off x="9317686" y="3482887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2" name="사다리꼴 181">
              <a:extLst>
                <a:ext uri="{FF2B5EF4-FFF2-40B4-BE49-F238E27FC236}">
                  <a16:creationId xmlns:a16="http://schemas.microsoft.com/office/drawing/2014/main" id="{A349FDEB-CBE3-6099-9D89-55AC031E9B7A}"/>
                </a:ext>
              </a:extLst>
            </p:cNvPr>
            <p:cNvSpPr/>
            <p:nvPr/>
          </p:nvSpPr>
          <p:spPr>
            <a:xfrm rot="15080768" flipV="1">
              <a:off x="6633435" y="3516086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9933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3" name="사다리꼴 182">
              <a:extLst>
                <a:ext uri="{FF2B5EF4-FFF2-40B4-BE49-F238E27FC236}">
                  <a16:creationId xmlns:a16="http://schemas.microsoft.com/office/drawing/2014/main" id="{6A0C31DE-D627-5849-896F-D501EEAFFE6B}"/>
                </a:ext>
              </a:extLst>
            </p:cNvPr>
            <p:cNvSpPr/>
            <p:nvPr/>
          </p:nvSpPr>
          <p:spPr>
            <a:xfrm rot="8534023" flipV="1">
              <a:off x="8802087" y="4175949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CCE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4" name="사다리꼴 183">
              <a:extLst>
                <a:ext uri="{FF2B5EF4-FFF2-40B4-BE49-F238E27FC236}">
                  <a16:creationId xmlns:a16="http://schemas.microsoft.com/office/drawing/2014/main" id="{8F1927E1-1DC6-F76D-FBFB-7EDC4F283952}"/>
                </a:ext>
              </a:extLst>
            </p:cNvPr>
            <p:cNvSpPr/>
            <p:nvPr/>
          </p:nvSpPr>
          <p:spPr>
            <a:xfrm rot="12930698" flipV="1">
              <a:off x="7140711" y="4204926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75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AAA7EB56-924C-FA92-C94A-4C04309E40F6}"/>
              </a:ext>
            </a:extLst>
          </p:cNvPr>
          <p:cNvSpPr txBox="1"/>
          <p:nvPr/>
        </p:nvSpPr>
        <p:spPr>
          <a:xfrm>
            <a:off x="7988063" y="1883816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 w="3175"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빨강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6456813-FA14-4107-E9F6-640EF2810479}"/>
              </a:ext>
            </a:extLst>
          </p:cNvPr>
          <p:cNvSpPr txBox="1"/>
          <p:nvPr/>
        </p:nvSpPr>
        <p:spPr>
          <a:xfrm>
            <a:off x="8837315" y="2185453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노랑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6D31912-9246-3139-CFA1-73E82E444946}"/>
              </a:ext>
            </a:extLst>
          </p:cNvPr>
          <p:cNvSpPr txBox="1"/>
          <p:nvPr/>
        </p:nvSpPr>
        <p:spPr>
          <a:xfrm>
            <a:off x="9359341" y="2900060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연두</a:t>
            </a:r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ACA35279-EC3C-30C5-2970-38538815724D}"/>
              </a:ext>
            </a:extLst>
          </p:cNvPr>
          <p:cNvSpPr/>
          <p:nvPr/>
        </p:nvSpPr>
        <p:spPr>
          <a:xfrm>
            <a:off x="7830104" y="2991468"/>
            <a:ext cx="905083" cy="90508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알 수 없음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21CD589-454F-1204-04D5-55E5060ACAE2}"/>
              </a:ext>
            </a:extLst>
          </p:cNvPr>
          <p:cNvSpPr txBox="1"/>
          <p:nvPr/>
        </p:nvSpPr>
        <p:spPr>
          <a:xfrm>
            <a:off x="9359341" y="3736927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초록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C4D83F5-B55C-7114-0B18-C6E7AA677361}"/>
              </a:ext>
            </a:extLst>
          </p:cNvPr>
          <p:cNvSpPr txBox="1"/>
          <p:nvPr/>
        </p:nvSpPr>
        <p:spPr>
          <a:xfrm>
            <a:off x="8837315" y="4450548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하늘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28B05CA-AC17-477D-7B29-CA37277E90A5}"/>
              </a:ext>
            </a:extLst>
          </p:cNvPr>
          <p:cNvSpPr txBox="1"/>
          <p:nvPr/>
        </p:nvSpPr>
        <p:spPr>
          <a:xfrm>
            <a:off x="7984116" y="4689718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파랑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55240B9D-AB74-7965-28B2-CF59D16821EA}"/>
              </a:ext>
            </a:extLst>
          </p:cNvPr>
          <p:cNvSpPr txBox="1"/>
          <p:nvPr/>
        </p:nvSpPr>
        <p:spPr>
          <a:xfrm>
            <a:off x="6640278" y="3782754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보라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EE12BF2-5A0F-9052-F83D-8149A5686DA2}"/>
              </a:ext>
            </a:extLst>
          </p:cNvPr>
          <p:cNvSpPr txBox="1"/>
          <p:nvPr/>
        </p:nvSpPr>
        <p:spPr>
          <a:xfrm>
            <a:off x="6640278" y="2879485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갈색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B7E7FD07-F1EB-31B2-29E6-53E5A54B6DE6}"/>
              </a:ext>
            </a:extLst>
          </p:cNvPr>
          <p:cNvSpPr txBox="1"/>
          <p:nvPr/>
        </p:nvSpPr>
        <p:spPr>
          <a:xfrm>
            <a:off x="7131753" y="2165669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주황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1AFF7D6-513C-6DDC-3D3A-6C17D140A891}"/>
              </a:ext>
            </a:extLst>
          </p:cNvPr>
          <p:cNvSpPr txBox="1"/>
          <p:nvPr/>
        </p:nvSpPr>
        <p:spPr>
          <a:xfrm>
            <a:off x="7159565" y="4477792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핑크</a:t>
            </a:r>
          </a:p>
        </p:txBody>
      </p:sp>
      <p:sp>
        <p:nvSpPr>
          <p:cNvPr id="201" name="사다리꼴 200">
            <a:extLst>
              <a:ext uri="{FF2B5EF4-FFF2-40B4-BE49-F238E27FC236}">
                <a16:creationId xmlns:a16="http://schemas.microsoft.com/office/drawing/2014/main" id="{7E28D71A-538A-906E-F2EA-856F85218F9D}"/>
              </a:ext>
            </a:extLst>
          </p:cNvPr>
          <p:cNvSpPr/>
          <p:nvPr/>
        </p:nvSpPr>
        <p:spPr>
          <a:xfrm rot="10800000">
            <a:off x="7856254" y="1580811"/>
            <a:ext cx="824551" cy="905082"/>
          </a:xfrm>
          <a:prstGeom prst="trapezoid">
            <a:avLst>
              <a:gd name="adj" fmla="val 1492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B2D7FB53-CE6B-BFAA-ABC4-3606E5BE266C}"/>
              </a:ext>
            </a:extLst>
          </p:cNvPr>
          <p:cNvSpPr/>
          <p:nvPr/>
        </p:nvSpPr>
        <p:spPr>
          <a:xfrm>
            <a:off x="1436914" y="1287962"/>
            <a:ext cx="1049853" cy="14198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8C3F898-7D53-DBEE-26B8-2FA3AE7F3096}"/>
              </a:ext>
            </a:extLst>
          </p:cNvPr>
          <p:cNvGrpSpPr/>
          <p:nvPr/>
        </p:nvGrpSpPr>
        <p:grpSpPr>
          <a:xfrm>
            <a:off x="2595080" y="4198529"/>
            <a:ext cx="1078502" cy="1362800"/>
            <a:chOff x="2595080" y="4198529"/>
            <a:chExt cx="1078502" cy="13628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E920AE7F-ECEC-F0AE-72B0-4989181B2BB3}"/>
                </a:ext>
              </a:extLst>
            </p:cNvPr>
            <p:cNvSpPr/>
            <p:nvPr/>
          </p:nvSpPr>
          <p:spPr>
            <a:xfrm>
              <a:off x="2595080" y="4198529"/>
              <a:ext cx="1078502" cy="13628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곱하기 기호 5">
              <a:extLst>
                <a:ext uri="{FF2B5EF4-FFF2-40B4-BE49-F238E27FC236}">
                  <a16:creationId xmlns:a16="http://schemas.microsoft.com/office/drawing/2014/main" id="{96C46C82-E048-FD8C-5B54-DC9851789391}"/>
                </a:ext>
              </a:extLst>
            </p:cNvPr>
            <p:cNvSpPr/>
            <p:nvPr/>
          </p:nvSpPr>
          <p:spPr>
            <a:xfrm>
              <a:off x="2710030" y="4477792"/>
              <a:ext cx="808189" cy="804041"/>
            </a:xfrm>
            <a:prstGeom prst="mathMultiply">
              <a:avLst>
                <a:gd name="adj1" fmla="val 1268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141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1CC4C-7A44-DECA-91BB-C2BE2471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BB6132-799F-46E6-5ED7-40737ED2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3E714B4D-3D49-C783-0991-34369B3F3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en-US" altLang="ko-KR" sz="2800" dirty="0"/>
              <a:t>(</a:t>
            </a:r>
            <a:r>
              <a:rPr lang="ko-KR" altLang="en-US" sz="2800" dirty="0"/>
              <a:t>살인마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평상시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4E449CC-7FEA-AED1-C346-A6830E7F26D7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35F1F8F-2D77-CED3-76B0-0A6F8E160AE8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80C1BAE-AB24-4581-E747-E2FB74BDD8E5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4B700E-CF35-9B9D-97F7-915EF0773E03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KILL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887AFCE-15FC-BD99-2FEE-1DB2D54D37E6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컬러피커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11C7D210-CA9F-6FE0-EB43-99AA4FA1E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10767"/>
              </p:ext>
            </p:extLst>
          </p:nvPr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sp>
        <p:nvSpPr>
          <p:cNvPr id="96" name="TextBox 95">
            <a:extLst>
              <a:ext uri="{FF2B5EF4-FFF2-40B4-BE49-F238E27FC236}">
                <a16:creationId xmlns:a16="http://schemas.microsoft.com/office/drawing/2014/main" id="{E6CA3A0D-4F1D-F05F-38C1-4554425ECB2E}"/>
              </a:ext>
            </a:extLst>
          </p:cNvPr>
          <p:cNvSpPr txBox="1"/>
          <p:nvPr/>
        </p:nvSpPr>
        <p:spPr>
          <a:xfrm>
            <a:off x="586194" y="814858"/>
            <a:ext cx="2176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색칠된 오브젝트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F45BDF3-F75B-5C2F-281E-07578B89D934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2B7FACA3-011A-6C1B-BAD6-61B4E6CC31DA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9868567B-E91E-FDBB-3F66-F9E68C87B255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743D8EBF-7D88-E5E0-B720-146AF8C03735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767245C0-FF7C-CF71-17F0-64E7E1E67A5F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85B74637-3043-3FA9-EF63-3F9B0BA94C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FCEE2C22-7D35-279D-7CAA-CE31323911F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7BE8695-46F0-6179-D546-56750F2356D9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B391ECFA-ADA8-0774-34A3-7B940009230B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0E20208-91D8-70E6-31F4-EC540412EC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9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880D3FA2-85D1-E954-90BF-FB2F8430C5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DCAA37F-BE4C-300C-AA53-1A03319C52B1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5310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85985-C5F3-C1E2-4B6B-0EDBE530C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D4B206-A28A-B2E5-5EE2-CD69760ED4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52F85BD6-3A90-D6AB-F528-DB5B4B66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en-US" altLang="ko-KR" sz="2800" dirty="0"/>
              <a:t>(</a:t>
            </a:r>
            <a:r>
              <a:rPr lang="ko-KR" altLang="en-US" sz="2800" dirty="0"/>
              <a:t>살인마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시체를 발견했을 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D1B141-FF15-ED07-8D9A-EF2F0BAB8AEC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B988AAA-9EA4-2390-E40B-2A43E945DBCC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32A457D-DC96-0933-8100-927B718D0572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78972B-807D-F342-31E8-0178F02344CF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KILL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6F58BD-F94D-D668-8AB2-4F020F69B6FE}"/>
              </a:ext>
            </a:extLst>
          </p:cNvPr>
          <p:cNvSpPr/>
          <p:nvPr/>
        </p:nvSpPr>
        <p:spPr>
          <a:xfrm>
            <a:off x="9009356" y="4897557"/>
            <a:ext cx="1174979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소집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508D2B-F21B-89D1-E3FA-E8A46A6EE216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컬러피커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239C1F8F-C35B-BCFE-833D-36DFB3F2E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10767"/>
              </p:ext>
            </p:extLst>
          </p:nvPr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90901633-137A-4F34-8A06-8B0DE2615B1C}"/>
              </a:ext>
            </a:extLst>
          </p:cNvPr>
          <p:cNvSpPr txBox="1"/>
          <p:nvPr/>
        </p:nvSpPr>
        <p:spPr>
          <a:xfrm>
            <a:off x="586194" y="814858"/>
            <a:ext cx="2176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색칠된 오브젝트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2E291B2-A0D4-29D5-926F-5DEDC358F6D3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8807BC15-7799-E8CA-6296-E20B619396AB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C42D8991-4750-7E5D-6AB3-14CD9E9B632D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5AB59EFA-8113-CF3A-BAD7-E54418FAD0DF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FA817744-8C5B-91BF-299E-753C435303EF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E1776E01-FB7C-2700-CC45-07D615DAA7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FCEE2C22-7D35-279D-7CAA-CE31323911F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9E075F4-9BCD-7C0D-9B48-686496A8B934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FE9FE71-BFD5-12DF-6DF2-8E3EB54E0BC7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0E20208-91D8-70E6-31F4-EC540412EC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9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5160BD32-3126-7557-5823-09020E8560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388897-85B9-0640-0E50-7AB46C3094CE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2962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46427-8B98-0A06-1C1C-D9D750747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E3B5C15-B16F-3454-F46B-3435086F0D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A87EAE5E-8CDB-7BEE-4030-17FDA842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en-US" altLang="ko-KR" sz="2800" dirty="0"/>
              <a:t>(</a:t>
            </a:r>
            <a:r>
              <a:rPr lang="ko-KR" altLang="en-US" sz="2800" dirty="0"/>
              <a:t>살인마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 err="1"/>
              <a:t>컬러피커</a:t>
            </a:r>
            <a:r>
              <a:rPr lang="ko-KR" altLang="en-US" sz="2800" dirty="0"/>
              <a:t> 클릭 </a:t>
            </a:r>
            <a:r>
              <a:rPr lang="en-US" altLang="ko-KR" sz="2800" dirty="0"/>
              <a:t>– </a:t>
            </a:r>
            <a:r>
              <a:rPr lang="ko-KR" altLang="en-US" sz="2800" dirty="0"/>
              <a:t>킬 활성화 </a:t>
            </a:r>
            <a:r>
              <a:rPr lang="en-US" altLang="ko-KR" sz="2800" dirty="0"/>
              <a:t>OFF, </a:t>
            </a:r>
            <a:r>
              <a:rPr lang="ko-KR" altLang="en-US" sz="2800" dirty="0"/>
              <a:t>투표 </a:t>
            </a:r>
            <a:r>
              <a:rPr lang="en-US" altLang="ko-KR" sz="2800" dirty="0"/>
              <a:t>1</a:t>
            </a:r>
            <a:r>
              <a:rPr lang="ko-KR" altLang="en-US" sz="2800" dirty="0"/>
              <a:t>명 사망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0A39F54-2C49-9253-D620-061F26A84C02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A002A0F-118C-E25F-BE3D-B3DBB829F15B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C0CD0A1-CD14-7629-FB97-E8B42A451F7B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F4D60F-2F75-3466-54CB-EA94CBF3E99F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87E6FB7-DF91-0119-265E-9E0D46BC02DD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graphicFrame>
        <p:nvGraphicFramePr>
          <p:cNvPr id="110" name="표 109">
            <a:extLst>
              <a:ext uri="{FF2B5EF4-FFF2-40B4-BE49-F238E27FC236}">
                <a16:creationId xmlns:a16="http://schemas.microsoft.com/office/drawing/2014/main" id="{4B36652F-0558-C7CA-36BF-0C15F6BDC953}"/>
              </a:ext>
            </a:extLst>
          </p:cNvPr>
          <p:cNvGraphicFramePr>
            <a:graphicFrameLocks noGrp="1"/>
          </p:cNvGraphicFramePr>
          <p:nvPr/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74C039A-4A2D-ABD6-894C-A9861414CCAA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0937E2EC-014A-BF69-71FF-49A5CBC71621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0A5F0692-3A08-EFA0-CC7D-10F6357738A4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1404C9DC-C11A-DD87-A314-A940737DDC82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6FA6DEF1-D89C-5E02-0BCA-814D46F4AD3F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FFB7AEF9-FDCB-5B03-2EC8-BF1D2384A4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489DAF4E-26F5-C2B1-3F30-FC350355F1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79CAD12D-2E40-FCEE-472F-B02A5F4C794F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4F03E1C1-251D-BC2F-9AB4-2FE6DDF8F8FC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D9701E74-A145-31F0-090C-6863463BE4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6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B4084017-E57F-C0B5-5896-A7C41D7CD6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9B85A1A-C21E-D55F-9D24-4C15C79B5CEE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388AEA-1F19-C1CD-5A8A-E6B97CCB32E5}"/>
              </a:ext>
            </a:extLst>
          </p:cNvPr>
          <p:cNvSpPr/>
          <p:nvPr/>
        </p:nvSpPr>
        <p:spPr>
          <a:xfrm>
            <a:off x="1210492" y="1076548"/>
            <a:ext cx="9393484" cy="4836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CD51741B-96FB-D2FB-A84B-89A57EA2EDB0}"/>
              </a:ext>
            </a:extLst>
          </p:cNvPr>
          <p:cNvSpPr/>
          <p:nvPr/>
        </p:nvSpPr>
        <p:spPr>
          <a:xfrm>
            <a:off x="6296297" y="1497874"/>
            <a:ext cx="3942191" cy="3936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원형: 비어 있음 88">
            <a:extLst>
              <a:ext uri="{FF2B5EF4-FFF2-40B4-BE49-F238E27FC236}">
                <a16:creationId xmlns:a16="http://schemas.microsoft.com/office/drawing/2014/main" id="{51786651-DED4-A7D9-6B33-CE38392F6E80}"/>
              </a:ext>
            </a:extLst>
          </p:cNvPr>
          <p:cNvSpPr/>
          <p:nvPr/>
        </p:nvSpPr>
        <p:spPr>
          <a:xfrm>
            <a:off x="6570360" y="1756956"/>
            <a:ext cx="3413760" cy="3413760"/>
          </a:xfrm>
          <a:prstGeom prst="donut">
            <a:avLst>
              <a:gd name="adj" fmla="val 1734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11C91777-A743-D173-B812-414515A14FF6}"/>
              </a:ext>
            </a:extLst>
          </p:cNvPr>
          <p:cNvGrpSpPr/>
          <p:nvPr/>
        </p:nvGrpSpPr>
        <p:grpSpPr>
          <a:xfrm>
            <a:off x="1516689" y="1378223"/>
            <a:ext cx="904142" cy="1254202"/>
            <a:chOff x="1403472" y="1317262"/>
            <a:chExt cx="904142" cy="1254202"/>
          </a:xfrm>
        </p:grpSpPr>
        <p:sp>
          <p:nvSpPr>
            <p:cNvPr id="104" name="순서도: 대체 처리 103">
              <a:extLst>
                <a:ext uri="{FF2B5EF4-FFF2-40B4-BE49-F238E27FC236}">
                  <a16:creationId xmlns:a16="http://schemas.microsoft.com/office/drawing/2014/main" id="{3049FE31-DE27-963A-60F6-893B2EAC710E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05" name="순서도: 대체 처리 104">
              <a:extLst>
                <a:ext uri="{FF2B5EF4-FFF2-40B4-BE49-F238E27FC236}">
                  <a16:creationId xmlns:a16="http://schemas.microsoft.com/office/drawing/2014/main" id="{9882618F-B9C5-CEF6-B679-94E708E9A0D1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빨강</a:t>
              </a:r>
            </a:p>
          </p:txBody>
        </p:sp>
        <p:sp>
          <p:nvSpPr>
            <p:cNvPr id="107" name="순서도: 대체 처리 106">
              <a:extLst>
                <a:ext uri="{FF2B5EF4-FFF2-40B4-BE49-F238E27FC236}">
                  <a16:creationId xmlns:a16="http://schemas.microsoft.com/office/drawing/2014/main" id="{5D4B64EB-D316-5427-B271-29FF7F64EB85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0F55E5F5-B0C4-CAF0-F2D5-8DB0EDAF92ED}"/>
              </a:ext>
            </a:extLst>
          </p:cNvPr>
          <p:cNvGrpSpPr/>
          <p:nvPr/>
        </p:nvGrpSpPr>
        <p:grpSpPr>
          <a:xfrm>
            <a:off x="2675080" y="1378223"/>
            <a:ext cx="904142" cy="1254202"/>
            <a:chOff x="1403472" y="1317262"/>
            <a:chExt cx="904142" cy="1254202"/>
          </a:xfrm>
        </p:grpSpPr>
        <p:sp>
          <p:nvSpPr>
            <p:cNvPr id="121" name="순서도: 대체 처리 120">
              <a:extLst>
                <a:ext uri="{FF2B5EF4-FFF2-40B4-BE49-F238E27FC236}">
                  <a16:creationId xmlns:a16="http://schemas.microsoft.com/office/drawing/2014/main" id="{2007C293-1F33-2A79-1E4B-619D9C886748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2" name="순서도: 대체 처리 121">
              <a:extLst>
                <a:ext uri="{FF2B5EF4-FFF2-40B4-BE49-F238E27FC236}">
                  <a16:creationId xmlns:a16="http://schemas.microsoft.com/office/drawing/2014/main" id="{A09A5BE7-7E64-5833-011D-C2862972204E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3" name="순서도: 대체 처리 122">
              <a:extLst>
                <a:ext uri="{FF2B5EF4-FFF2-40B4-BE49-F238E27FC236}">
                  <a16:creationId xmlns:a16="http://schemas.microsoft.com/office/drawing/2014/main" id="{5EC08154-EF7D-A68D-6EF3-B89C4DAAE307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1B9A1628-48F4-F29D-0B5E-6DA7787D3390}"/>
              </a:ext>
            </a:extLst>
          </p:cNvPr>
          <p:cNvGrpSpPr/>
          <p:nvPr/>
        </p:nvGrpSpPr>
        <p:grpSpPr>
          <a:xfrm>
            <a:off x="3824643" y="1378223"/>
            <a:ext cx="904142" cy="1254202"/>
            <a:chOff x="1403472" y="1317262"/>
            <a:chExt cx="904142" cy="1254202"/>
          </a:xfrm>
        </p:grpSpPr>
        <p:sp>
          <p:nvSpPr>
            <p:cNvPr id="125" name="순서도: 대체 처리 124">
              <a:extLst>
                <a:ext uri="{FF2B5EF4-FFF2-40B4-BE49-F238E27FC236}">
                  <a16:creationId xmlns:a16="http://schemas.microsoft.com/office/drawing/2014/main" id="{DB63B6D5-A52F-4CA1-C3A3-D43486A71BC1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순서도: 대체 처리 125">
              <a:extLst>
                <a:ext uri="{FF2B5EF4-FFF2-40B4-BE49-F238E27FC236}">
                  <a16:creationId xmlns:a16="http://schemas.microsoft.com/office/drawing/2014/main" id="{A5554950-076B-9798-105E-FDE8759B42F8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7" name="순서도: 대체 처리 126">
              <a:extLst>
                <a:ext uri="{FF2B5EF4-FFF2-40B4-BE49-F238E27FC236}">
                  <a16:creationId xmlns:a16="http://schemas.microsoft.com/office/drawing/2014/main" id="{7B419A82-E3E2-157C-5383-7E1E5060D352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5BB1EA20-4299-8F25-C5DD-4B34762CF3E9}"/>
              </a:ext>
            </a:extLst>
          </p:cNvPr>
          <p:cNvGrpSpPr/>
          <p:nvPr/>
        </p:nvGrpSpPr>
        <p:grpSpPr>
          <a:xfrm>
            <a:off x="4983509" y="1378223"/>
            <a:ext cx="904142" cy="1254202"/>
            <a:chOff x="1403472" y="1317262"/>
            <a:chExt cx="904142" cy="1254202"/>
          </a:xfrm>
        </p:grpSpPr>
        <p:sp>
          <p:nvSpPr>
            <p:cNvPr id="129" name="순서도: 대체 처리 128">
              <a:extLst>
                <a:ext uri="{FF2B5EF4-FFF2-40B4-BE49-F238E27FC236}">
                  <a16:creationId xmlns:a16="http://schemas.microsoft.com/office/drawing/2014/main" id="{D3B0589C-9607-F8F9-CB57-A4235DC9265A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30" name="순서도: 대체 처리 129">
              <a:extLst>
                <a:ext uri="{FF2B5EF4-FFF2-40B4-BE49-F238E27FC236}">
                  <a16:creationId xmlns:a16="http://schemas.microsoft.com/office/drawing/2014/main" id="{D37BDF7A-C79A-93BA-8768-D959C4465627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31" name="순서도: 대체 처리 130">
              <a:extLst>
                <a:ext uri="{FF2B5EF4-FFF2-40B4-BE49-F238E27FC236}">
                  <a16:creationId xmlns:a16="http://schemas.microsoft.com/office/drawing/2014/main" id="{7FBA0192-126B-F746-B179-8DB2AF5AEC3D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F3F14668-0899-DB99-F3F6-9EA7DF65A386}"/>
              </a:ext>
            </a:extLst>
          </p:cNvPr>
          <p:cNvGrpSpPr/>
          <p:nvPr/>
        </p:nvGrpSpPr>
        <p:grpSpPr>
          <a:xfrm>
            <a:off x="1516689" y="2789506"/>
            <a:ext cx="904142" cy="1254202"/>
            <a:chOff x="1403472" y="1317262"/>
            <a:chExt cx="904142" cy="1254202"/>
          </a:xfrm>
        </p:grpSpPr>
        <p:sp>
          <p:nvSpPr>
            <p:cNvPr id="141" name="순서도: 대체 처리 140">
              <a:extLst>
                <a:ext uri="{FF2B5EF4-FFF2-40B4-BE49-F238E27FC236}">
                  <a16:creationId xmlns:a16="http://schemas.microsoft.com/office/drawing/2014/main" id="{E3A6F995-6213-BB78-7D51-272ABD8AF607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2" name="순서도: 대체 처리 141">
              <a:extLst>
                <a:ext uri="{FF2B5EF4-FFF2-40B4-BE49-F238E27FC236}">
                  <a16:creationId xmlns:a16="http://schemas.microsoft.com/office/drawing/2014/main" id="{E8493F54-86D9-163B-CAB3-612AD2451341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3" name="순서도: 대체 처리 142">
              <a:extLst>
                <a:ext uri="{FF2B5EF4-FFF2-40B4-BE49-F238E27FC236}">
                  <a16:creationId xmlns:a16="http://schemas.microsoft.com/office/drawing/2014/main" id="{57C17FCA-B922-8C17-6C60-36A3417F0071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1B0127A3-1E13-D155-E40C-3F892B0A1C85}"/>
              </a:ext>
            </a:extLst>
          </p:cNvPr>
          <p:cNvGrpSpPr/>
          <p:nvPr/>
        </p:nvGrpSpPr>
        <p:grpSpPr>
          <a:xfrm>
            <a:off x="2675080" y="2789506"/>
            <a:ext cx="904142" cy="1254202"/>
            <a:chOff x="1403472" y="1317262"/>
            <a:chExt cx="904142" cy="1254202"/>
          </a:xfrm>
        </p:grpSpPr>
        <p:sp>
          <p:nvSpPr>
            <p:cNvPr id="145" name="순서도: 대체 처리 144">
              <a:extLst>
                <a:ext uri="{FF2B5EF4-FFF2-40B4-BE49-F238E27FC236}">
                  <a16:creationId xmlns:a16="http://schemas.microsoft.com/office/drawing/2014/main" id="{95D758E9-2DE3-02AD-FDE2-101D7BD30934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6" name="순서도: 대체 처리 145">
              <a:extLst>
                <a:ext uri="{FF2B5EF4-FFF2-40B4-BE49-F238E27FC236}">
                  <a16:creationId xmlns:a16="http://schemas.microsoft.com/office/drawing/2014/main" id="{0252B9BF-B91B-0248-3879-8EF331BEB9C4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7" name="순서도: 대체 처리 146">
              <a:extLst>
                <a:ext uri="{FF2B5EF4-FFF2-40B4-BE49-F238E27FC236}">
                  <a16:creationId xmlns:a16="http://schemas.microsoft.com/office/drawing/2014/main" id="{AC2FE110-F3F8-CE6E-6895-6C05B035B8E2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4BD214FC-AF72-0159-E7F5-1CF1121D0873}"/>
              </a:ext>
            </a:extLst>
          </p:cNvPr>
          <p:cNvGrpSpPr/>
          <p:nvPr/>
        </p:nvGrpSpPr>
        <p:grpSpPr>
          <a:xfrm>
            <a:off x="3824643" y="2789506"/>
            <a:ext cx="904142" cy="1254202"/>
            <a:chOff x="1403472" y="1317262"/>
            <a:chExt cx="904142" cy="1254202"/>
          </a:xfrm>
        </p:grpSpPr>
        <p:sp>
          <p:nvSpPr>
            <p:cNvPr id="149" name="순서도: 대체 처리 148">
              <a:extLst>
                <a:ext uri="{FF2B5EF4-FFF2-40B4-BE49-F238E27FC236}">
                  <a16:creationId xmlns:a16="http://schemas.microsoft.com/office/drawing/2014/main" id="{9FDDADEE-26E5-2C03-0BE2-06A3A31DE3E7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0" name="순서도: 대체 처리 149">
              <a:extLst>
                <a:ext uri="{FF2B5EF4-FFF2-40B4-BE49-F238E27FC236}">
                  <a16:creationId xmlns:a16="http://schemas.microsoft.com/office/drawing/2014/main" id="{0AB77CDC-B0C2-A030-BFB1-909D304EB674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1" name="순서도: 대체 처리 150">
              <a:extLst>
                <a:ext uri="{FF2B5EF4-FFF2-40B4-BE49-F238E27FC236}">
                  <a16:creationId xmlns:a16="http://schemas.microsoft.com/office/drawing/2014/main" id="{5A1809B0-1822-736D-9CF2-B4DF36F75D33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D9DD8D38-431C-6174-5F60-257B79E4FFEE}"/>
              </a:ext>
            </a:extLst>
          </p:cNvPr>
          <p:cNvGrpSpPr/>
          <p:nvPr/>
        </p:nvGrpSpPr>
        <p:grpSpPr>
          <a:xfrm>
            <a:off x="4983509" y="2789506"/>
            <a:ext cx="904142" cy="1254202"/>
            <a:chOff x="1403472" y="1317262"/>
            <a:chExt cx="904142" cy="1254202"/>
          </a:xfrm>
        </p:grpSpPr>
        <p:sp>
          <p:nvSpPr>
            <p:cNvPr id="153" name="순서도: 대체 처리 152">
              <a:extLst>
                <a:ext uri="{FF2B5EF4-FFF2-40B4-BE49-F238E27FC236}">
                  <a16:creationId xmlns:a16="http://schemas.microsoft.com/office/drawing/2014/main" id="{DA6F6DAE-7795-6DAB-4F40-3681A616B675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4" name="순서도: 대체 처리 153">
              <a:extLst>
                <a:ext uri="{FF2B5EF4-FFF2-40B4-BE49-F238E27FC236}">
                  <a16:creationId xmlns:a16="http://schemas.microsoft.com/office/drawing/2014/main" id="{3BF0816E-E15A-4302-8C19-2F57B5D05AC5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5" name="순서도: 대체 처리 154">
              <a:extLst>
                <a:ext uri="{FF2B5EF4-FFF2-40B4-BE49-F238E27FC236}">
                  <a16:creationId xmlns:a16="http://schemas.microsoft.com/office/drawing/2014/main" id="{201ED224-314B-DA46-ACD2-B93586D115DB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C8503DF3-2DDE-15F7-AA8D-C7DAFD814349}"/>
              </a:ext>
            </a:extLst>
          </p:cNvPr>
          <p:cNvGrpSpPr/>
          <p:nvPr/>
        </p:nvGrpSpPr>
        <p:grpSpPr>
          <a:xfrm>
            <a:off x="1516689" y="4242074"/>
            <a:ext cx="904142" cy="1254202"/>
            <a:chOff x="1403472" y="1317262"/>
            <a:chExt cx="904142" cy="1254202"/>
          </a:xfrm>
        </p:grpSpPr>
        <p:sp>
          <p:nvSpPr>
            <p:cNvPr id="157" name="순서도: 대체 처리 156">
              <a:extLst>
                <a:ext uri="{FF2B5EF4-FFF2-40B4-BE49-F238E27FC236}">
                  <a16:creationId xmlns:a16="http://schemas.microsoft.com/office/drawing/2014/main" id="{4F948572-A15C-0484-6B1F-2C3414C318E3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8" name="순서도: 대체 처리 157">
              <a:extLst>
                <a:ext uri="{FF2B5EF4-FFF2-40B4-BE49-F238E27FC236}">
                  <a16:creationId xmlns:a16="http://schemas.microsoft.com/office/drawing/2014/main" id="{F75C57B4-1018-C09E-9BD6-D24ABD2E6A5E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9" name="순서도: 대체 처리 158">
              <a:extLst>
                <a:ext uri="{FF2B5EF4-FFF2-40B4-BE49-F238E27FC236}">
                  <a16:creationId xmlns:a16="http://schemas.microsoft.com/office/drawing/2014/main" id="{A09923A0-4F93-4AAB-6253-DD0BBF35B858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FD681D3C-0CB7-0C5B-6D46-8B17D7A21EE9}"/>
              </a:ext>
            </a:extLst>
          </p:cNvPr>
          <p:cNvGrpSpPr/>
          <p:nvPr/>
        </p:nvGrpSpPr>
        <p:grpSpPr>
          <a:xfrm>
            <a:off x="2675080" y="4242074"/>
            <a:ext cx="904142" cy="1254202"/>
            <a:chOff x="1403472" y="1317262"/>
            <a:chExt cx="904142" cy="1254202"/>
          </a:xfrm>
        </p:grpSpPr>
        <p:sp>
          <p:nvSpPr>
            <p:cNvPr id="161" name="순서도: 대체 처리 160">
              <a:extLst>
                <a:ext uri="{FF2B5EF4-FFF2-40B4-BE49-F238E27FC236}">
                  <a16:creationId xmlns:a16="http://schemas.microsoft.com/office/drawing/2014/main" id="{3A3A1CF6-2C30-E179-2418-A04F0AEE651F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62" name="순서도: 대체 처리 161">
              <a:extLst>
                <a:ext uri="{FF2B5EF4-FFF2-40B4-BE49-F238E27FC236}">
                  <a16:creationId xmlns:a16="http://schemas.microsoft.com/office/drawing/2014/main" id="{D825F4AF-C499-52EC-D9E0-995E1B8D58DF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63" name="순서도: 대체 처리 162">
              <a:extLst>
                <a:ext uri="{FF2B5EF4-FFF2-40B4-BE49-F238E27FC236}">
                  <a16:creationId xmlns:a16="http://schemas.microsoft.com/office/drawing/2014/main" id="{E63BB0D4-7A77-6862-5567-3BCE3AD69007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E92A259E-3642-D6FA-E9CF-CCDC6BE9E735}"/>
              </a:ext>
            </a:extLst>
          </p:cNvPr>
          <p:cNvGrpSpPr/>
          <p:nvPr/>
        </p:nvGrpSpPr>
        <p:grpSpPr>
          <a:xfrm>
            <a:off x="6568967" y="1674013"/>
            <a:ext cx="3432919" cy="3551121"/>
            <a:chOff x="6586385" y="1639177"/>
            <a:chExt cx="3432919" cy="3551121"/>
          </a:xfrm>
          <a:solidFill>
            <a:schemeClr val="bg1"/>
          </a:solidFill>
        </p:grpSpPr>
        <p:sp>
          <p:nvSpPr>
            <p:cNvPr id="172" name="사다리꼴 171">
              <a:extLst>
                <a:ext uri="{FF2B5EF4-FFF2-40B4-BE49-F238E27FC236}">
                  <a16:creationId xmlns:a16="http://schemas.microsoft.com/office/drawing/2014/main" id="{518D905D-0721-F419-3FAE-0B21CFF67E51}"/>
                </a:ext>
              </a:extLst>
            </p:cNvPr>
            <p:cNvSpPr/>
            <p:nvPr/>
          </p:nvSpPr>
          <p:spPr>
            <a:xfrm rot="10800000">
              <a:off x="7950926" y="1639177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4" name="사다리꼴 173">
              <a:extLst>
                <a:ext uri="{FF2B5EF4-FFF2-40B4-BE49-F238E27FC236}">
                  <a16:creationId xmlns:a16="http://schemas.microsoft.com/office/drawing/2014/main" id="{D19BAC9E-3820-8AC2-0DEA-960F10D007C8}"/>
                </a:ext>
              </a:extLst>
            </p:cNvPr>
            <p:cNvSpPr/>
            <p:nvPr/>
          </p:nvSpPr>
          <p:spPr>
            <a:xfrm rot="15109144">
              <a:off x="9301312" y="2614294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B8E08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5" name="사다리꼴 174">
              <a:extLst>
                <a:ext uri="{FF2B5EF4-FFF2-40B4-BE49-F238E27FC236}">
                  <a16:creationId xmlns:a16="http://schemas.microsoft.com/office/drawing/2014/main" id="{015F15B5-5D04-D41C-5C01-0CC294403FA2}"/>
                </a:ext>
              </a:extLst>
            </p:cNvPr>
            <p:cNvSpPr/>
            <p:nvPr/>
          </p:nvSpPr>
          <p:spPr>
            <a:xfrm rot="6519232">
              <a:off x="6617061" y="2581095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6" name="사다리꼴 175">
              <a:extLst>
                <a:ext uri="{FF2B5EF4-FFF2-40B4-BE49-F238E27FC236}">
                  <a16:creationId xmlns:a16="http://schemas.microsoft.com/office/drawing/2014/main" id="{7A1DFE33-80A3-1B2A-6511-156CF8E56FF3}"/>
                </a:ext>
              </a:extLst>
            </p:cNvPr>
            <p:cNvSpPr/>
            <p:nvPr/>
          </p:nvSpPr>
          <p:spPr>
            <a:xfrm rot="13065977">
              <a:off x="8785713" y="1921232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7" name="사다리꼴 176">
              <a:extLst>
                <a:ext uri="{FF2B5EF4-FFF2-40B4-BE49-F238E27FC236}">
                  <a16:creationId xmlns:a16="http://schemas.microsoft.com/office/drawing/2014/main" id="{69BF1C37-914D-1D1C-9794-CACD43A1E456}"/>
                </a:ext>
              </a:extLst>
            </p:cNvPr>
            <p:cNvSpPr/>
            <p:nvPr/>
          </p:nvSpPr>
          <p:spPr>
            <a:xfrm rot="8669302">
              <a:off x="7124337" y="1892255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0" name="사다리꼴 179">
              <a:extLst>
                <a:ext uri="{FF2B5EF4-FFF2-40B4-BE49-F238E27FC236}">
                  <a16:creationId xmlns:a16="http://schemas.microsoft.com/office/drawing/2014/main" id="{16F74F87-8C5F-8666-BE03-3025E722A630}"/>
                </a:ext>
              </a:extLst>
            </p:cNvPr>
            <p:cNvSpPr/>
            <p:nvPr/>
          </p:nvSpPr>
          <p:spPr>
            <a:xfrm rot="10800000" flipV="1">
              <a:off x="7967300" y="4458004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1" name="사다리꼴 180">
              <a:extLst>
                <a:ext uri="{FF2B5EF4-FFF2-40B4-BE49-F238E27FC236}">
                  <a16:creationId xmlns:a16="http://schemas.microsoft.com/office/drawing/2014/main" id="{AD2EB053-9A0F-A68B-D153-324F5F30BA3E}"/>
                </a:ext>
              </a:extLst>
            </p:cNvPr>
            <p:cNvSpPr/>
            <p:nvPr/>
          </p:nvSpPr>
          <p:spPr>
            <a:xfrm rot="6490856" flipV="1">
              <a:off x="9317686" y="3482887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2" name="사다리꼴 181">
              <a:extLst>
                <a:ext uri="{FF2B5EF4-FFF2-40B4-BE49-F238E27FC236}">
                  <a16:creationId xmlns:a16="http://schemas.microsoft.com/office/drawing/2014/main" id="{E8163BD8-0ADE-E7BC-F054-3A4A24B964AD}"/>
                </a:ext>
              </a:extLst>
            </p:cNvPr>
            <p:cNvSpPr/>
            <p:nvPr/>
          </p:nvSpPr>
          <p:spPr>
            <a:xfrm rot="15080768" flipV="1">
              <a:off x="6633435" y="3516086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9933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3" name="사다리꼴 182">
              <a:extLst>
                <a:ext uri="{FF2B5EF4-FFF2-40B4-BE49-F238E27FC236}">
                  <a16:creationId xmlns:a16="http://schemas.microsoft.com/office/drawing/2014/main" id="{FDD9E8BE-5101-5FD8-DC4C-4B4C3B83F157}"/>
                </a:ext>
              </a:extLst>
            </p:cNvPr>
            <p:cNvSpPr/>
            <p:nvPr/>
          </p:nvSpPr>
          <p:spPr>
            <a:xfrm rot="8534023" flipV="1">
              <a:off x="8802087" y="4175949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CCE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4" name="사다리꼴 183">
              <a:extLst>
                <a:ext uri="{FF2B5EF4-FFF2-40B4-BE49-F238E27FC236}">
                  <a16:creationId xmlns:a16="http://schemas.microsoft.com/office/drawing/2014/main" id="{8DBB9B7F-9EEA-3013-2FA5-920BC65C544A}"/>
                </a:ext>
              </a:extLst>
            </p:cNvPr>
            <p:cNvSpPr/>
            <p:nvPr/>
          </p:nvSpPr>
          <p:spPr>
            <a:xfrm rot="12930698" flipV="1">
              <a:off x="7140711" y="4204926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75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656F619B-F7F3-16B7-1001-36831DC4E812}"/>
              </a:ext>
            </a:extLst>
          </p:cNvPr>
          <p:cNvSpPr txBox="1"/>
          <p:nvPr/>
        </p:nvSpPr>
        <p:spPr>
          <a:xfrm>
            <a:off x="7988063" y="1883816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 w="3175"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빨강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6B6DA63-F422-EB86-02FB-A88F6810B2B9}"/>
              </a:ext>
            </a:extLst>
          </p:cNvPr>
          <p:cNvSpPr txBox="1"/>
          <p:nvPr/>
        </p:nvSpPr>
        <p:spPr>
          <a:xfrm>
            <a:off x="8837315" y="2185453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노랑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E651E334-9A18-760A-4069-C79FE3E70639}"/>
              </a:ext>
            </a:extLst>
          </p:cNvPr>
          <p:cNvSpPr txBox="1"/>
          <p:nvPr/>
        </p:nvSpPr>
        <p:spPr>
          <a:xfrm>
            <a:off x="9359341" y="2900060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연두</a:t>
            </a:r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6F62BFD1-A6FF-9E03-606E-2EA7529E43EB}"/>
              </a:ext>
            </a:extLst>
          </p:cNvPr>
          <p:cNvSpPr/>
          <p:nvPr/>
        </p:nvSpPr>
        <p:spPr>
          <a:xfrm>
            <a:off x="7830104" y="2991468"/>
            <a:ext cx="905083" cy="90508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알 수 없음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040835B-B13F-7A99-AA0E-4A76C612D285}"/>
              </a:ext>
            </a:extLst>
          </p:cNvPr>
          <p:cNvSpPr txBox="1"/>
          <p:nvPr/>
        </p:nvSpPr>
        <p:spPr>
          <a:xfrm>
            <a:off x="9359341" y="3736927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초록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4065C61A-08EC-2A45-321B-B2557E28D0C5}"/>
              </a:ext>
            </a:extLst>
          </p:cNvPr>
          <p:cNvSpPr txBox="1"/>
          <p:nvPr/>
        </p:nvSpPr>
        <p:spPr>
          <a:xfrm>
            <a:off x="8837315" y="4450548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하늘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F7E0FF43-6619-B3D2-64B7-E2EBB20ECCDF}"/>
              </a:ext>
            </a:extLst>
          </p:cNvPr>
          <p:cNvSpPr txBox="1"/>
          <p:nvPr/>
        </p:nvSpPr>
        <p:spPr>
          <a:xfrm>
            <a:off x="7984116" y="4689718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파랑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B1594F6-228B-E9EC-6268-1A7AE244D548}"/>
              </a:ext>
            </a:extLst>
          </p:cNvPr>
          <p:cNvSpPr txBox="1"/>
          <p:nvPr/>
        </p:nvSpPr>
        <p:spPr>
          <a:xfrm>
            <a:off x="6640278" y="3782754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보라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4986720-BCFC-4A4C-B167-8D4547AB180D}"/>
              </a:ext>
            </a:extLst>
          </p:cNvPr>
          <p:cNvSpPr txBox="1"/>
          <p:nvPr/>
        </p:nvSpPr>
        <p:spPr>
          <a:xfrm>
            <a:off x="6640278" y="2879485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갈색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255CDF8-A739-57B1-43D4-27BBE4CD5E71}"/>
              </a:ext>
            </a:extLst>
          </p:cNvPr>
          <p:cNvSpPr txBox="1"/>
          <p:nvPr/>
        </p:nvSpPr>
        <p:spPr>
          <a:xfrm>
            <a:off x="7131753" y="2165669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주황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E91D16B-7396-0350-F87A-216B74E0AE2F}"/>
              </a:ext>
            </a:extLst>
          </p:cNvPr>
          <p:cNvSpPr txBox="1"/>
          <p:nvPr/>
        </p:nvSpPr>
        <p:spPr>
          <a:xfrm>
            <a:off x="7159565" y="4477792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핑크</a:t>
            </a:r>
          </a:p>
        </p:txBody>
      </p:sp>
      <p:sp>
        <p:nvSpPr>
          <p:cNvPr id="201" name="사다리꼴 200">
            <a:extLst>
              <a:ext uri="{FF2B5EF4-FFF2-40B4-BE49-F238E27FC236}">
                <a16:creationId xmlns:a16="http://schemas.microsoft.com/office/drawing/2014/main" id="{838FA6D9-15C8-CB7A-6950-6503DFFDAD45}"/>
              </a:ext>
            </a:extLst>
          </p:cNvPr>
          <p:cNvSpPr/>
          <p:nvPr/>
        </p:nvSpPr>
        <p:spPr>
          <a:xfrm rot="10800000">
            <a:off x="7856254" y="1580811"/>
            <a:ext cx="824551" cy="905082"/>
          </a:xfrm>
          <a:prstGeom prst="trapezoid">
            <a:avLst>
              <a:gd name="adj" fmla="val 1492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A27E5879-B55F-D36E-1DD3-89E953538B87}"/>
              </a:ext>
            </a:extLst>
          </p:cNvPr>
          <p:cNvSpPr/>
          <p:nvPr/>
        </p:nvSpPr>
        <p:spPr>
          <a:xfrm>
            <a:off x="1436914" y="1287962"/>
            <a:ext cx="1049853" cy="14198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4E5D0EE-2AB1-8423-0459-EAEAD80BC103}"/>
              </a:ext>
            </a:extLst>
          </p:cNvPr>
          <p:cNvGrpSpPr/>
          <p:nvPr/>
        </p:nvGrpSpPr>
        <p:grpSpPr>
          <a:xfrm>
            <a:off x="2595080" y="4198529"/>
            <a:ext cx="1078502" cy="1362800"/>
            <a:chOff x="2595080" y="4198529"/>
            <a:chExt cx="1078502" cy="13628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C42D8BB-5F28-9BA9-A336-2A69B459CDF9}"/>
                </a:ext>
              </a:extLst>
            </p:cNvPr>
            <p:cNvSpPr/>
            <p:nvPr/>
          </p:nvSpPr>
          <p:spPr>
            <a:xfrm>
              <a:off x="2595080" y="4198529"/>
              <a:ext cx="1078502" cy="13628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곱하기 기호 5">
              <a:extLst>
                <a:ext uri="{FF2B5EF4-FFF2-40B4-BE49-F238E27FC236}">
                  <a16:creationId xmlns:a16="http://schemas.microsoft.com/office/drawing/2014/main" id="{C7AE98E9-F929-4607-6B63-954823A45B12}"/>
                </a:ext>
              </a:extLst>
            </p:cNvPr>
            <p:cNvSpPr/>
            <p:nvPr/>
          </p:nvSpPr>
          <p:spPr>
            <a:xfrm>
              <a:off x="2710030" y="4477792"/>
              <a:ext cx="808189" cy="804041"/>
            </a:xfrm>
            <a:prstGeom prst="mathMultiply">
              <a:avLst>
                <a:gd name="adj1" fmla="val 1268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02655E56-D367-1BF0-8A86-1A6B614F387A}"/>
              </a:ext>
            </a:extLst>
          </p:cNvPr>
          <p:cNvSpPr/>
          <p:nvPr/>
        </p:nvSpPr>
        <p:spPr>
          <a:xfrm>
            <a:off x="4250733" y="4848848"/>
            <a:ext cx="1095901" cy="428557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OFF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3CF013-7CF1-B4FB-6FDD-A3B543C9D409}"/>
              </a:ext>
            </a:extLst>
          </p:cNvPr>
          <p:cNvSpPr txBox="1"/>
          <p:nvPr/>
        </p:nvSpPr>
        <p:spPr>
          <a:xfrm>
            <a:off x="4062873" y="4521143"/>
            <a:ext cx="1434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+mj-lt"/>
              </a:rPr>
              <a:t>킬 활성화</a:t>
            </a:r>
          </a:p>
        </p:txBody>
      </p:sp>
    </p:spTree>
    <p:extLst>
      <p:ext uri="{BB962C8B-B14F-4D97-AF65-F5344CB8AC3E}">
        <p14:creationId xmlns:p14="http://schemas.microsoft.com/office/powerpoint/2010/main" val="3274568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50B5-902D-C437-0821-4C2740278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33DC78E-8FC7-C41A-F470-DF72D91FCE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1236B9E0-A3EB-971E-D9C5-3F3F3F132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en-US" altLang="ko-KR" sz="2800" dirty="0"/>
              <a:t>(</a:t>
            </a:r>
            <a:r>
              <a:rPr lang="ko-KR" altLang="en-US" sz="2800" dirty="0"/>
              <a:t>살인마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 err="1"/>
              <a:t>컬러피커</a:t>
            </a:r>
            <a:r>
              <a:rPr lang="ko-KR" altLang="en-US" sz="2800" dirty="0"/>
              <a:t> 클릭 </a:t>
            </a:r>
            <a:r>
              <a:rPr lang="en-US" altLang="ko-KR" sz="2800" dirty="0"/>
              <a:t>– </a:t>
            </a:r>
            <a:r>
              <a:rPr lang="ko-KR" altLang="en-US" sz="2800" dirty="0"/>
              <a:t>킬 활성화 </a:t>
            </a:r>
            <a:r>
              <a:rPr lang="en-US" altLang="ko-KR" sz="2800" dirty="0"/>
              <a:t>ON</a:t>
            </a:r>
            <a:endParaRPr lang="ko-KR" altLang="en-US" sz="28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7E6A03-98C2-2A03-66C9-EC459AD3FE83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BCFBAA7-8A93-D2FD-1E74-066953AA7E64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CC0174F-53AD-A0F8-0C73-3E87B942D92C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C1EDE4-A4B7-CA3B-9685-ECDBFB2AB31F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5ACF259-1FDF-B404-4AC3-E8026A36B3AA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graphicFrame>
        <p:nvGraphicFramePr>
          <p:cNvPr id="110" name="표 109">
            <a:extLst>
              <a:ext uri="{FF2B5EF4-FFF2-40B4-BE49-F238E27FC236}">
                <a16:creationId xmlns:a16="http://schemas.microsoft.com/office/drawing/2014/main" id="{E5818EA4-2191-9272-59FC-DC7AA00EF887}"/>
              </a:ext>
            </a:extLst>
          </p:cNvPr>
          <p:cNvGraphicFramePr>
            <a:graphicFrameLocks noGrp="1"/>
          </p:cNvGraphicFramePr>
          <p:nvPr/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39AF21DE-849A-463A-E2DF-67AAFBE42BF7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B6ECCE3C-11B1-EBB5-A77B-F72151F0AE65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CFA40FA1-2152-531D-5CDB-94FB8CED2BF1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1DE4E9E7-7DC4-46F8-5FA4-49DCA3F8EC03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E4D5CFE2-3499-9323-8FC9-487011EF292F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7736E0BB-BF78-28A6-3E6C-D5EB0A8143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489DAF4E-26F5-C2B1-3F30-FC350355F1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EA1DDBD-42D4-E357-11F3-DB60D7DFFB15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0517FE7F-1E85-9E1C-28BD-8A87F545EDEF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D9701E74-A145-31F0-090C-6863463BE4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6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19E33635-776D-C15B-75CB-8D00D1D94D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EE8CCD5-B4CD-DA0F-682C-CCD49FA6B441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9D5F49-16C3-A741-48EE-73653E1D2DDD}"/>
              </a:ext>
            </a:extLst>
          </p:cNvPr>
          <p:cNvSpPr/>
          <p:nvPr/>
        </p:nvSpPr>
        <p:spPr>
          <a:xfrm>
            <a:off x="1210492" y="1076548"/>
            <a:ext cx="9393484" cy="4836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C36E2F4C-D757-FB80-5EB8-4CC8B1C733FD}"/>
              </a:ext>
            </a:extLst>
          </p:cNvPr>
          <p:cNvGrpSpPr/>
          <p:nvPr/>
        </p:nvGrpSpPr>
        <p:grpSpPr>
          <a:xfrm>
            <a:off x="1516689" y="1378223"/>
            <a:ext cx="904142" cy="1254202"/>
            <a:chOff x="1403472" y="1317262"/>
            <a:chExt cx="904142" cy="1254202"/>
          </a:xfrm>
        </p:grpSpPr>
        <p:sp>
          <p:nvSpPr>
            <p:cNvPr id="104" name="순서도: 대체 처리 103">
              <a:extLst>
                <a:ext uri="{FF2B5EF4-FFF2-40B4-BE49-F238E27FC236}">
                  <a16:creationId xmlns:a16="http://schemas.microsoft.com/office/drawing/2014/main" id="{55171B17-1C8E-24FA-AB13-DDCAB6FA33A3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05" name="순서도: 대체 처리 104">
              <a:extLst>
                <a:ext uri="{FF2B5EF4-FFF2-40B4-BE49-F238E27FC236}">
                  <a16:creationId xmlns:a16="http://schemas.microsoft.com/office/drawing/2014/main" id="{486E65EF-9AF0-0010-0CD5-7479D0203A5D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빨강</a:t>
              </a:r>
            </a:p>
          </p:txBody>
        </p:sp>
        <p:sp>
          <p:nvSpPr>
            <p:cNvPr id="107" name="순서도: 대체 처리 106">
              <a:extLst>
                <a:ext uri="{FF2B5EF4-FFF2-40B4-BE49-F238E27FC236}">
                  <a16:creationId xmlns:a16="http://schemas.microsoft.com/office/drawing/2014/main" id="{0C3E69C8-9617-B5C6-FBE1-DE2E89365AAE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A1085BC-9758-0444-9592-980727A88F3C}"/>
              </a:ext>
            </a:extLst>
          </p:cNvPr>
          <p:cNvGrpSpPr/>
          <p:nvPr/>
        </p:nvGrpSpPr>
        <p:grpSpPr>
          <a:xfrm>
            <a:off x="2675080" y="1378223"/>
            <a:ext cx="904142" cy="1254202"/>
            <a:chOff x="1403472" y="1317262"/>
            <a:chExt cx="904142" cy="1254202"/>
          </a:xfrm>
        </p:grpSpPr>
        <p:sp>
          <p:nvSpPr>
            <p:cNvPr id="121" name="순서도: 대체 처리 120">
              <a:extLst>
                <a:ext uri="{FF2B5EF4-FFF2-40B4-BE49-F238E27FC236}">
                  <a16:creationId xmlns:a16="http://schemas.microsoft.com/office/drawing/2014/main" id="{127554DD-7E08-CF48-FF7C-3AF9B2AF9A59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2" name="순서도: 대체 처리 121">
              <a:extLst>
                <a:ext uri="{FF2B5EF4-FFF2-40B4-BE49-F238E27FC236}">
                  <a16:creationId xmlns:a16="http://schemas.microsoft.com/office/drawing/2014/main" id="{97FF81F9-7CD0-F47E-4518-B03CB4F1A6FA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3" name="순서도: 대체 처리 122">
              <a:extLst>
                <a:ext uri="{FF2B5EF4-FFF2-40B4-BE49-F238E27FC236}">
                  <a16:creationId xmlns:a16="http://schemas.microsoft.com/office/drawing/2014/main" id="{5C50F08A-8416-1F2D-3790-FFAF0AA4E60D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0ECFBEB1-EE11-02DE-D64E-9B9FBC8300EA}"/>
              </a:ext>
            </a:extLst>
          </p:cNvPr>
          <p:cNvGrpSpPr/>
          <p:nvPr/>
        </p:nvGrpSpPr>
        <p:grpSpPr>
          <a:xfrm>
            <a:off x="3824643" y="1378223"/>
            <a:ext cx="904142" cy="1254202"/>
            <a:chOff x="1403472" y="1317262"/>
            <a:chExt cx="904142" cy="1254202"/>
          </a:xfrm>
        </p:grpSpPr>
        <p:sp>
          <p:nvSpPr>
            <p:cNvPr id="125" name="순서도: 대체 처리 124">
              <a:extLst>
                <a:ext uri="{FF2B5EF4-FFF2-40B4-BE49-F238E27FC236}">
                  <a16:creationId xmlns:a16="http://schemas.microsoft.com/office/drawing/2014/main" id="{D0D62E97-5BD8-8ED1-9E6D-53D40205322F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순서도: 대체 처리 125">
              <a:extLst>
                <a:ext uri="{FF2B5EF4-FFF2-40B4-BE49-F238E27FC236}">
                  <a16:creationId xmlns:a16="http://schemas.microsoft.com/office/drawing/2014/main" id="{D2971F56-55D7-9F1C-CD0E-B708443099EB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7" name="순서도: 대체 처리 126">
              <a:extLst>
                <a:ext uri="{FF2B5EF4-FFF2-40B4-BE49-F238E27FC236}">
                  <a16:creationId xmlns:a16="http://schemas.microsoft.com/office/drawing/2014/main" id="{192FC3B4-DAC7-F9F4-E96F-3A8FB54DBBC1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90ED622A-C078-6717-78DB-70B59799DA41}"/>
              </a:ext>
            </a:extLst>
          </p:cNvPr>
          <p:cNvGrpSpPr/>
          <p:nvPr/>
        </p:nvGrpSpPr>
        <p:grpSpPr>
          <a:xfrm>
            <a:off x="4983509" y="1378223"/>
            <a:ext cx="904142" cy="1254202"/>
            <a:chOff x="1403472" y="1317262"/>
            <a:chExt cx="904142" cy="1254202"/>
          </a:xfrm>
        </p:grpSpPr>
        <p:sp>
          <p:nvSpPr>
            <p:cNvPr id="129" name="순서도: 대체 처리 128">
              <a:extLst>
                <a:ext uri="{FF2B5EF4-FFF2-40B4-BE49-F238E27FC236}">
                  <a16:creationId xmlns:a16="http://schemas.microsoft.com/office/drawing/2014/main" id="{D95B6CF2-5529-2CFB-0ACF-6C1F11353D7E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30" name="순서도: 대체 처리 129">
              <a:extLst>
                <a:ext uri="{FF2B5EF4-FFF2-40B4-BE49-F238E27FC236}">
                  <a16:creationId xmlns:a16="http://schemas.microsoft.com/office/drawing/2014/main" id="{7959B198-D404-DC8E-3819-BBD4B71482EA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31" name="순서도: 대체 처리 130">
              <a:extLst>
                <a:ext uri="{FF2B5EF4-FFF2-40B4-BE49-F238E27FC236}">
                  <a16:creationId xmlns:a16="http://schemas.microsoft.com/office/drawing/2014/main" id="{4EA804D2-9FF7-B018-0F41-EC1BBBBE65FA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A2E904C2-4C35-BBEE-3079-CA5254425141}"/>
              </a:ext>
            </a:extLst>
          </p:cNvPr>
          <p:cNvGrpSpPr/>
          <p:nvPr/>
        </p:nvGrpSpPr>
        <p:grpSpPr>
          <a:xfrm>
            <a:off x="1516689" y="2789506"/>
            <a:ext cx="904142" cy="1254202"/>
            <a:chOff x="1403472" y="1317262"/>
            <a:chExt cx="904142" cy="1254202"/>
          </a:xfrm>
        </p:grpSpPr>
        <p:sp>
          <p:nvSpPr>
            <p:cNvPr id="141" name="순서도: 대체 처리 140">
              <a:extLst>
                <a:ext uri="{FF2B5EF4-FFF2-40B4-BE49-F238E27FC236}">
                  <a16:creationId xmlns:a16="http://schemas.microsoft.com/office/drawing/2014/main" id="{EC752E45-5114-64DC-E949-BC9AD3B4C5FF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2" name="순서도: 대체 처리 141">
              <a:extLst>
                <a:ext uri="{FF2B5EF4-FFF2-40B4-BE49-F238E27FC236}">
                  <a16:creationId xmlns:a16="http://schemas.microsoft.com/office/drawing/2014/main" id="{B8D8002F-4004-AC3D-4591-77FB96DF14EF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3" name="순서도: 대체 처리 142">
              <a:extLst>
                <a:ext uri="{FF2B5EF4-FFF2-40B4-BE49-F238E27FC236}">
                  <a16:creationId xmlns:a16="http://schemas.microsoft.com/office/drawing/2014/main" id="{DB6B9AC3-96A5-30EC-9A50-50281FC302F3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2FEE1FE6-30F2-6E38-5F5B-D9D3532828CF}"/>
              </a:ext>
            </a:extLst>
          </p:cNvPr>
          <p:cNvGrpSpPr/>
          <p:nvPr/>
        </p:nvGrpSpPr>
        <p:grpSpPr>
          <a:xfrm>
            <a:off x="2675080" y="2789506"/>
            <a:ext cx="904142" cy="1254202"/>
            <a:chOff x="1403472" y="1317262"/>
            <a:chExt cx="904142" cy="1254202"/>
          </a:xfrm>
        </p:grpSpPr>
        <p:sp>
          <p:nvSpPr>
            <p:cNvPr id="145" name="순서도: 대체 처리 144">
              <a:extLst>
                <a:ext uri="{FF2B5EF4-FFF2-40B4-BE49-F238E27FC236}">
                  <a16:creationId xmlns:a16="http://schemas.microsoft.com/office/drawing/2014/main" id="{E3196990-BA8A-1766-69BB-204F7028654C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6" name="순서도: 대체 처리 145">
              <a:extLst>
                <a:ext uri="{FF2B5EF4-FFF2-40B4-BE49-F238E27FC236}">
                  <a16:creationId xmlns:a16="http://schemas.microsoft.com/office/drawing/2014/main" id="{B2E787E7-9837-D972-E4A3-BEB03336C8A8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7" name="순서도: 대체 처리 146">
              <a:extLst>
                <a:ext uri="{FF2B5EF4-FFF2-40B4-BE49-F238E27FC236}">
                  <a16:creationId xmlns:a16="http://schemas.microsoft.com/office/drawing/2014/main" id="{6B0A358D-9DB0-2F6D-55A4-1A9C531219FF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C954532C-C6B0-0956-3856-609ECB30D46D}"/>
              </a:ext>
            </a:extLst>
          </p:cNvPr>
          <p:cNvGrpSpPr/>
          <p:nvPr/>
        </p:nvGrpSpPr>
        <p:grpSpPr>
          <a:xfrm>
            <a:off x="3824643" y="2789506"/>
            <a:ext cx="904142" cy="1254202"/>
            <a:chOff x="1403472" y="1317262"/>
            <a:chExt cx="904142" cy="1254202"/>
          </a:xfrm>
        </p:grpSpPr>
        <p:sp>
          <p:nvSpPr>
            <p:cNvPr id="149" name="순서도: 대체 처리 148">
              <a:extLst>
                <a:ext uri="{FF2B5EF4-FFF2-40B4-BE49-F238E27FC236}">
                  <a16:creationId xmlns:a16="http://schemas.microsoft.com/office/drawing/2014/main" id="{88EACA33-DB11-4506-BC76-171FCFE69586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0" name="순서도: 대체 처리 149">
              <a:extLst>
                <a:ext uri="{FF2B5EF4-FFF2-40B4-BE49-F238E27FC236}">
                  <a16:creationId xmlns:a16="http://schemas.microsoft.com/office/drawing/2014/main" id="{5E61F813-2D16-8DAD-98CE-428822DD9917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1" name="순서도: 대체 처리 150">
              <a:extLst>
                <a:ext uri="{FF2B5EF4-FFF2-40B4-BE49-F238E27FC236}">
                  <a16:creationId xmlns:a16="http://schemas.microsoft.com/office/drawing/2014/main" id="{88C50D13-D624-1A3B-BF32-F54D4F44326C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E10AEC84-B17A-C0C3-5731-45F719422E77}"/>
              </a:ext>
            </a:extLst>
          </p:cNvPr>
          <p:cNvGrpSpPr/>
          <p:nvPr/>
        </p:nvGrpSpPr>
        <p:grpSpPr>
          <a:xfrm>
            <a:off x="4983509" y="2789506"/>
            <a:ext cx="904142" cy="1254202"/>
            <a:chOff x="1403472" y="1317262"/>
            <a:chExt cx="904142" cy="1254202"/>
          </a:xfrm>
        </p:grpSpPr>
        <p:sp>
          <p:nvSpPr>
            <p:cNvPr id="153" name="순서도: 대체 처리 152">
              <a:extLst>
                <a:ext uri="{FF2B5EF4-FFF2-40B4-BE49-F238E27FC236}">
                  <a16:creationId xmlns:a16="http://schemas.microsoft.com/office/drawing/2014/main" id="{F1BEB333-A158-E0ED-D2AE-00CDDB16AEF5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4" name="순서도: 대체 처리 153">
              <a:extLst>
                <a:ext uri="{FF2B5EF4-FFF2-40B4-BE49-F238E27FC236}">
                  <a16:creationId xmlns:a16="http://schemas.microsoft.com/office/drawing/2014/main" id="{107AEF1D-B580-A3D2-D8D3-98867553F414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5" name="순서도: 대체 처리 154">
              <a:extLst>
                <a:ext uri="{FF2B5EF4-FFF2-40B4-BE49-F238E27FC236}">
                  <a16:creationId xmlns:a16="http://schemas.microsoft.com/office/drawing/2014/main" id="{BEEF7957-9993-DD2E-41B5-844B0736678F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36D601C1-6F06-4306-51B0-E4E0EF4B85C5}"/>
              </a:ext>
            </a:extLst>
          </p:cNvPr>
          <p:cNvGrpSpPr/>
          <p:nvPr/>
        </p:nvGrpSpPr>
        <p:grpSpPr>
          <a:xfrm>
            <a:off x="1516689" y="4242074"/>
            <a:ext cx="904142" cy="1254202"/>
            <a:chOff x="1403472" y="1317262"/>
            <a:chExt cx="904142" cy="1254202"/>
          </a:xfrm>
        </p:grpSpPr>
        <p:sp>
          <p:nvSpPr>
            <p:cNvPr id="157" name="순서도: 대체 처리 156">
              <a:extLst>
                <a:ext uri="{FF2B5EF4-FFF2-40B4-BE49-F238E27FC236}">
                  <a16:creationId xmlns:a16="http://schemas.microsoft.com/office/drawing/2014/main" id="{45B60D2F-5A0A-3022-5244-10CC8AFA56E9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8" name="순서도: 대체 처리 157">
              <a:extLst>
                <a:ext uri="{FF2B5EF4-FFF2-40B4-BE49-F238E27FC236}">
                  <a16:creationId xmlns:a16="http://schemas.microsoft.com/office/drawing/2014/main" id="{3A4CBD5E-7403-41B5-0E8D-67DE6739536B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9" name="순서도: 대체 처리 158">
              <a:extLst>
                <a:ext uri="{FF2B5EF4-FFF2-40B4-BE49-F238E27FC236}">
                  <a16:creationId xmlns:a16="http://schemas.microsoft.com/office/drawing/2014/main" id="{A82DCC3F-4691-B0F4-06B0-7D3D42276DD0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0818AAEA-EA2B-5894-6FAC-09A16CC9B955}"/>
              </a:ext>
            </a:extLst>
          </p:cNvPr>
          <p:cNvGrpSpPr/>
          <p:nvPr/>
        </p:nvGrpSpPr>
        <p:grpSpPr>
          <a:xfrm>
            <a:off x="2675080" y="4242074"/>
            <a:ext cx="904142" cy="1254202"/>
            <a:chOff x="1403472" y="1317262"/>
            <a:chExt cx="904142" cy="1254202"/>
          </a:xfrm>
        </p:grpSpPr>
        <p:sp>
          <p:nvSpPr>
            <p:cNvPr id="161" name="순서도: 대체 처리 160">
              <a:extLst>
                <a:ext uri="{FF2B5EF4-FFF2-40B4-BE49-F238E27FC236}">
                  <a16:creationId xmlns:a16="http://schemas.microsoft.com/office/drawing/2014/main" id="{0D0EDC45-CB64-172C-93F4-423B7CD88C5F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62" name="순서도: 대체 처리 161">
              <a:extLst>
                <a:ext uri="{FF2B5EF4-FFF2-40B4-BE49-F238E27FC236}">
                  <a16:creationId xmlns:a16="http://schemas.microsoft.com/office/drawing/2014/main" id="{3D96C2D5-A574-9929-D7BA-A91B337FB5AF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63" name="순서도: 대체 처리 162">
              <a:extLst>
                <a:ext uri="{FF2B5EF4-FFF2-40B4-BE49-F238E27FC236}">
                  <a16:creationId xmlns:a16="http://schemas.microsoft.com/office/drawing/2014/main" id="{EE5714BB-3386-AD94-FA27-8F336B9E1622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0459C643-D4A0-BEC2-5B0C-CD12786B4AA6}"/>
              </a:ext>
            </a:extLst>
          </p:cNvPr>
          <p:cNvSpPr/>
          <p:nvPr/>
        </p:nvSpPr>
        <p:spPr>
          <a:xfrm>
            <a:off x="1436914" y="1287962"/>
            <a:ext cx="1049853" cy="1419859"/>
          </a:xfrm>
          <a:prstGeom prst="rect">
            <a:avLst/>
          </a:prstGeom>
          <a:solidFill>
            <a:srgbClr val="FF0000">
              <a:alpha val="94902"/>
            </a:srgb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197B7A1-C92D-09DE-44D7-A49BB5B2028D}"/>
              </a:ext>
            </a:extLst>
          </p:cNvPr>
          <p:cNvGrpSpPr/>
          <p:nvPr/>
        </p:nvGrpSpPr>
        <p:grpSpPr>
          <a:xfrm>
            <a:off x="2595080" y="4198529"/>
            <a:ext cx="1078502" cy="1362800"/>
            <a:chOff x="2595080" y="4198529"/>
            <a:chExt cx="1078502" cy="13628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BE8C0251-BD40-91A8-FDEB-4AF1114D51E2}"/>
                </a:ext>
              </a:extLst>
            </p:cNvPr>
            <p:cNvSpPr/>
            <p:nvPr/>
          </p:nvSpPr>
          <p:spPr>
            <a:xfrm>
              <a:off x="2595080" y="4198529"/>
              <a:ext cx="1078502" cy="13628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곱하기 기호 5">
              <a:extLst>
                <a:ext uri="{FF2B5EF4-FFF2-40B4-BE49-F238E27FC236}">
                  <a16:creationId xmlns:a16="http://schemas.microsoft.com/office/drawing/2014/main" id="{80B3794D-899A-4664-7291-29EA930E7F76}"/>
                </a:ext>
              </a:extLst>
            </p:cNvPr>
            <p:cNvSpPr/>
            <p:nvPr/>
          </p:nvSpPr>
          <p:spPr>
            <a:xfrm>
              <a:off x="2710030" y="4477792"/>
              <a:ext cx="808189" cy="804041"/>
            </a:xfrm>
            <a:prstGeom prst="mathMultiply">
              <a:avLst>
                <a:gd name="adj1" fmla="val 1268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63E6B1A8-6860-BBA5-BD38-3E94F7743A91}"/>
              </a:ext>
            </a:extLst>
          </p:cNvPr>
          <p:cNvSpPr/>
          <p:nvPr/>
        </p:nvSpPr>
        <p:spPr>
          <a:xfrm>
            <a:off x="4250733" y="4848848"/>
            <a:ext cx="1095901" cy="428557"/>
          </a:xfrm>
          <a:prstGeom prst="flowChartTerminator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CDFBC3-8440-9D8C-998F-D3D251919C90}"/>
              </a:ext>
            </a:extLst>
          </p:cNvPr>
          <p:cNvSpPr txBox="1"/>
          <p:nvPr/>
        </p:nvSpPr>
        <p:spPr>
          <a:xfrm>
            <a:off x="4062873" y="4521143"/>
            <a:ext cx="1434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+mj-lt"/>
              </a:rPr>
              <a:t>킬 활성화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207E7E-37C8-299A-60EC-B4A75A9932D1}"/>
              </a:ext>
            </a:extLst>
          </p:cNvPr>
          <p:cNvSpPr txBox="1"/>
          <p:nvPr/>
        </p:nvSpPr>
        <p:spPr>
          <a:xfrm>
            <a:off x="1516689" y="1870003"/>
            <a:ext cx="89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KILL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4A8881-23A7-40EE-2A43-B5C4A8222D15}"/>
              </a:ext>
            </a:extLst>
          </p:cNvPr>
          <p:cNvSpPr/>
          <p:nvPr/>
        </p:nvSpPr>
        <p:spPr>
          <a:xfrm>
            <a:off x="6296297" y="1497874"/>
            <a:ext cx="3942191" cy="3936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플레이어를 선택하십시오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4EF2F1-AEC4-92A0-2958-B1A31BEEEC80}"/>
              </a:ext>
            </a:extLst>
          </p:cNvPr>
          <p:cNvSpPr/>
          <p:nvPr/>
        </p:nvSpPr>
        <p:spPr>
          <a:xfrm>
            <a:off x="2617179" y="1303993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06E0705-13F4-8B6A-3186-A5A1E5B1D094}"/>
              </a:ext>
            </a:extLst>
          </p:cNvPr>
          <p:cNvSpPr/>
          <p:nvPr/>
        </p:nvSpPr>
        <p:spPr>
          <a:xfrm>
            <a:off x="3739226" y="1303993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186E889-43C2-6E62-E1C8-8B5F498F48CB}"/>
              </a:ext>
            </a:extLst>
          </p:cNvPr>
          <p:cNvSpPr/>
          <p:nvPr/>
        </p:nvSpPr>
        <p:spPr>
          <a:xfrm>
            <a:off x="4864074" y="1303993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DA7A412-5EFD-8F01-733A-3FBF95D8FBA8}"/>
              </a:ext>
            </a:extLst>
          </p:cNvPr>
          <p:cNvSpPr/>
          <p:nvPr/>
        </p:nvSpPr>
        <p:spPr>
          <a:xfrm>
            <a:off x="2617179" y="2714410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D0A35DB-52D4-7CFB-8791-038F30A7AF1A}"/>
              </a:ext>
            </a:extLst>
          </p:cNvPr>
          <p:cNvSpPr/>
          <p:nvPr/>
        </p:nvSpPr>
        <p:spPr>
          <a:xfrm>
            <a:off x="3714566" y="2714410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83EB96B-F563-2E14-9B47-37AB7571992C}"/>
              </a:ext>
            </a:extLst>
          </p:cNvPr>
          <p:cNvSpPr/>
          <p:nvPr/>
        </p:nvSpPr>
        <p:spPr>
          <a:xfrm>
            <a:off x="4931462" y="2714410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72EC113-2ECA-8F05-999E-ADCA0B432E3B}"/>
              </a:ext>
            </a:extLst>
          </p:cNvPr>
          <p:cNvSpPr/>
          <p:nvPr/>
        </p:nvSpPr>
        <p:spPr>
          <a:xfrm>
            <a:off x="1413963" y="2714410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D0230C-8E35-CBF3-E43B-A9101AA1FF79}"/>
              </a:ext>
            </a:extLst>
          </p:cNvPr>
          <p:cNvSpPr/>
          <p:nvPr/>
        </p:nvSpPr>
        <p:spPr>
          <a:xfrm>
            <a:off x="1413963" y="4198412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3577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1660-FC9D-6B28-37C9-A4DA35932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FA90AE-9604-80B6-5130-EDE3C3142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0278BFC1-3EF7-BEFC-8C61-5684DF03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en-US" altLang="ko-KR" sz="2800" dirty="0"/>
              <a:t>(</a:t>
            </a:r>
            <a:r>
              <a:rPr lang="ko-KR" altLang="en-US" sz="2800" dirty="0"/>
              <a:t>살인마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 err="1"/>
              <a:t>미적중</a:t>
            </a:r>
            <a:endParaRPr lang="ko-KR" altLang="en-US" sz="28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D2B45D-0299-3431-1E45-6DA39E0642CC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DB7A067-69A1-4057-2C81-A6C907A4260B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6489D3B-3924-55B4-98E0-5E8BCF476570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FE38F5-D86B-82EF-A37A-B6A64F1D637A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893CD9B-F298-2721-4CEA-AD7480AEF90A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graphicFrame>
        <p:nvGraphicFramePr>
          <p:cNvPr id="110" name="표 109">
            <a:extLst>
              <a:ext uri="{FF2B5EF4-FFF2-40B4-BE49-F238E27FC236}">
                <a16:creationId xmlns:a16="http://schemas.microsoft.com/office/drawing/2014/main" id="{0F3DBE1B-4B59-1EB9-BB51-36D5D96A4B7E}"/>
              </a:ext>
            </a:extLst>
          </p:cNvPr>
          <p:cNvGraphicFramePr>
            <a:graphicFrameLocks noGrp="1"/>
          </p:cNvGraphicFramePr>
          <p:nvPr/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9C9E1C1-58F6-C4A3-8C4B-253DE4B0FDB9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AA141175-0908-30C3-EFDB-EDE84FED037D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F7D721DE-CD5E-7A2B-2C86-6EA5A3D20F6C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DF088500-F451-6911-B9A8-17815BF5B1C9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700CC497-10FF-692C-0FAD-D646651A65C0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F7612158-3B67-3478-8183-11EBB60EC98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489DAF4E-26F5-C2B1-3F30-FC350355F1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3CF564A5-B09D-4EC4-876E-6272B1123A5B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BD4B761-8735-51D6-780E-8CC9E6382689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D9701E74-A145-31F0-090C-6863463BE4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6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D9C842AE-44BB-117F-0F80-A455DB735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A600C9D-2390-1FB6-CA3A-ABDA3CFF0AAF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B4D751-F8D7-58CF-A58A-F7E94819F532}"/>
              </a:ext>
            </a:extLst>
          </p:cNvPr>
          <p:cNvSpPr/>
          <p:nvPr/>
        </p:nvSpPr>
        <p:spPr>
          <a:xfrm>
            <a:off x="1210492" y="1076548"/>
            <a:ext cx="9393484" cy="4836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원형: 비어 있음 14">
            <a:extLst>
              <a:ext uri="{FF2B5EF4-FFF2-40B4-BE49-F238E27FC236}">
                <a16:creationId xmlns:a16="http://schemas.microsoft.com/office/drawing/2014/main" id="{83465ECF-B893-F12E-DB6C-D24B1645B365}"/>
              </a:ext>
            </a:extLst>
          </p:cNvPr>
          <p:cNvSpPr/>
          <p:nvPr/>
        </p:nvSpPr>
        <p:spPr>
          <a:xfrm>
            <a:off x="5180920" y="2878310"/>
            <a:ext cx="1323703" cy="1323703"/>
          </a:xfrm>
          <a:prstGeom prst="donut">
            <a:avLst>
              <a:gd name="adj" fmla="val 518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5895D3-7CAA-1D6C-99AB-E365413FB1BD}"/>
              </a:ext>
            </a:extLst>
          </p:cNvPr>
          <p:cNvSpPr txBox="1"/>
          <p:nvPr/>
        </p:nvSpPr>
        <p:spPr>
          <a:xfrm>
            <a:off x="4980622" y="4327437"/>
            <a:ext cx="170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30 sec</a:t>
            </a:r>
            <a:endParaRPr lang="ko-KR" altLang="en-US" b="1" dirty="0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B64A3F05-DF07-0094-1E63-CAF7F791928C}"/>
              </a:ext>
            </a:extLst>
          </p:cNvPr>
          <p:cNvSpPr/>
          <p:nvPr/>
        </p:nvSpPr>
        <p:spPr>
          <a:xfrm>
            <a:off x="4954497" y="2732535"/>
            <a:ext cx="870858" cy="1288869"/>
          </a:xfrm>
          <a:custGeom>
            <a:avLst/>
            <a:gdLst>
              <a:gd name="connsiteX0" fmla="*/ 870858 w 870858"/>
              <a:gd name="connsiteY0" fmla="*/ 0 h 1288869"/>
              <a:gd name="connsiteX1" fmla="*/ 870858 w 870858"/>
              <a:gd name="connsiteY1" fmla="*/ 330926 h 1288869"/>
              <a:gd name="connsiteX2" fmla="*/ 435429 w 870858"/>
              <a:gd name="connsiteY2" fmla="*/ 766355 h 1288869"/>
              <a:gd name="connsiteX3" fmla="*/ 557349 w 870858"/>
              <a:gd name="connsiteY3" fmla="*/ 1062446 h 1288869"/>
              <a:gd name="connsiteX4" fmla="*/ 209006 w 870858"/>
              <a:gd name="connsiteY4" fmla="*/ 1288869 h 1288869"/>
              <a:gd name="connsiteX5" fmla="*/ 0 w 870858"/>
              <a:gd name="connsiteY5" fmla="*/ 714103 h 1288869"/>
              <a:gd name="connsiteX6" fmla="*/ 348343 w 870858"/>
              <a:gd name="connsiteY6" fmla="*/ 121920 h 1288869"/>
              <a:gd name="connsiteX7" fmla="*/ 870858 w 870858"/>
              <a:gd name="connsiteY7" fmla="*/ 0 h 128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0858" h="1288869">
                <a:moveTo>
                  <a:pt x="870858" y="0"/>
                </a:moveTo>
                <a:lnTo>
                  <a:pt x="870858" y="330926"/>
                </a:lnTo>
                <a:lnTo>
                  <a:pt x="435429" y="766355"/>
                </a:lnTo>
                <a:lnTo>
                  <a:pt x="557349" y="1062446"/>
                </a:lnTo>
                <a:lnTo>
                  <a:pt x="209006" y="1288869"/>
                </a:lnTo>
                <a:lnTo>
                  <a:pt x="0" y="714103"/>
                </a:lnTo>
                <a:lnTo>
                  <a:pt x="348343" y="121920"/>
                </a:lnTo>
                <a:lnTo>
                  <a:pt x="870858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9E742A-4D76-6B62-739D-6284F9970CBB}"/>
              </a:ext>
            </a:extLst>
          </p:cNvPr>
          <p:cNvSpPr txBox="1"/>
          <p:nvPr/>
        </p:nvSpPr>
        <p:spPr>
          <a:xfrm>
            <a:off x="4980622" y="2332661"/>
            <a:ext cx="170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적중 실패</a:t>
            </a:r>
          </a:p>
        </p:txBody>
      </p:sp>
    </p:spTree>
    <p:extLst>
      <p:ext uri="{BB962C8B-B14F-4D97-AF65-F5344CB8AC3E}">
        <p14:creationId xmlns:p14="http://schemas.microsoft.com/office/powerpoint/2010/main" val="1685532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C3030-39B3-8EDF-B6B0-6B16995DF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3C7696-C6A9-48C2-BCBC-E87A477A92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54721792-91B5-91D2-86D4-DCADBFFA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en-US" altLang="ko-KR" sz="2800" dirty="0"/>
              <a:t>(</a:t>
            </a:r>
            <a:r>
              <a:rPr lang="ko-KR" altLang="en-US" sz="2800" dirty="0"/>
              <a:t>살인마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빨강 색깔 적중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C2CE46-98C1-89C2-F759-B7F7FEEBF0D5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3D63FD9-EB63-DE6D-EED0-1FE5F375A073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C9A5AC0-9B91-04E8-BD08-657090479BD1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D9428B-73E2-FC59-745E-D9F81A005211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DAC045D-6BF3-9BC3-9B34-F526E6BD1311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graphicFrame>
        <p:nvGraphicFramePr>
          <p:cNvPr id="110" name="표 109">
            <a:extLst>
              <a:ext uri="{FF2B5EF4-FFF2-40B4-BE49-F238E27FC236}">
                <a16:creationId xmlns:a16="http://schemas.microsoft.com/office/drawing/2014/main" id="{72441657-425D-8B7A-80AD-48D88B28AB00}"/>
              </a:ext>
            </a:extLst>
          </p:cNvPr>
          <p:cNvGraphicFramePr>
            <a:graphicFrameLocks noGrp="1"/>
          </p:cNvGraphicFramePr>
          <p:nvPr/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5D3B1E4-D9AB-3B68-8697-EA7C22C0CA4A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6C5DC965-0820-FFF0-5F4D-6A798A1D5EEF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E5FEED6E-8FF2-2436-53CA-C951AB837579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BA0CA2CA-CD68-59CA-72BD-D306B5E49B21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DE4E951C-E39B-3BB9-5AC9-398E41DC5E88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68C23EBC-0EEB-0C48-7A7B-6E127430FC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489DAF4E-26F5-C2B1-3F30-FC350355F1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4A65511D-B9BC-7C57-F004-9780CD4E1408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01546494-08B1-3154-AFD0-762C1495C659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D9701E74-A145-31F0-090C-6863463BE4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6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32D0BA59-D738-7CBB-87A2-1002B37A64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72A6E5A5-2462-A418-777C-A0A9045FCD5C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657191-873B-F46D-A251-0123B4ADFFB4}"/>
              </a:ext>
            </a:extLst>
          </p:cNvPr>
          <p:cNvSpPr/>
          <p:nvPr/>
        </p:nvSpPr>
        <p:spPr>
          <a:xfrm>
            <a:off x="1210492" y="1076548"/>
            <a:ext cx="9393484" cy="4836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5E270E85-772A-D27F-C88E-AA6C3C99A14F}"/>
              </a:ext>
            </a:extLst>
          </p:cNvPr>
          <p:cNvSpPr/>
          <p:nvPr/>
        </p:nvSpPr>
        <p:spPr>
          <a:xfrm>
            <a:off x="6296297" y="1497874"/>
            <a:ext cx="3942191" cy="3936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원형: 비어 있음 88">
            <a:extLst>
              <a:ext uri="{FF2B5EF4-FFF2-40B4-BE49-F238E27FC236}">
                <a16:creationId xmlns:a16="http://schemas.microsoft.com/office/drawing/2014/main" id="{9DEAF03F-63AB-3429-8452-8E278F97522F}"/>
              </a:ext>
            </a:extLst>
          </p:cNvPr>
          <p:cNvSpPr/>
          <p:nvPr/>
        </p:nvSpPr>
        <p:spPr>
          <a:xfrm>
            <a:off x="6570360" y="1756956"/>
            <a:ext cx="3413760" cy="3413760"/>
          </a:xfrm>
          <a:prstGeom prst="donut">
            <a:avLst>
              <a:gd name="adj" fmla="val 1734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B19BBB19-BFE8-656C-A7A7-21D0BE573665}"/>
              </a:ext>
            </a:extLst>
          </p:cNvPr>
          <p:cNvGrpSpPr/>
          <p:nvPr/>
        </p:nvGrpSpPr>
        <p:grpSpPr>
          <a:xfrm>
            <a:off x="1516689" y="1378223"/>
            <a:ext cx="904142" cy="1254202"/>
            <a:chOff x="1403472" y="1317262"/>
            <a:chExt cx="904142" cy="1254202"/>
          </a:xfrm>
        </p:grpSpPr>
        <p:sp>
          <p:nvSpPr>
            <p:cNvPr id="104" name="순서도: 대체 처리 103">
              <a:extLst>
                <a:ext uri="{FF2B5EF4-FFF2-40B4-BE49-F238E27FC236}">
                  <a16:creationId xmlns:a16="http://schemas.microsoft.com/office/drawing/2014/main" id="{B56AB3EE-6D4C-3543-EED0-E0A0E6A0B2F8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05" name="순서도: 대체 처리 104">
              <a:extLst>
                <a:ext uri="{FF2B5EF4-FFF2-40B4-BE49-F238E27FC236}">
                  <a16:creationId xmlns:a16="http://schemas.microsoft.com/office/drawing/2014/main" id="{AE3D03DF-D9FE-0DAF-E0D8-100E94F28DD6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빨강</a:t>
              </a:r>
            </a:p>
          </p:txBody>
        </p:sp>
        <p:sp>
          <p:nvSpPr>
            <p:cNvPr id="107" name="순서도: 대체 처리 106">
              <a:extLst>
                <a:ext uri="{FF2B5EF4-FFF2-40B4-BE49-F238E27FC236}">
                  <a16:creationId xmlns:a16="http://schemas.microsoft.com/office/drawing/2014/main" id="{07767539-54C9-9B28-8EFC-18DA2A24F809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D83077ED-762B-5122-04D5-81C95C2514B0}"/>
              </a:ext>
            </a:extLst>
          </p:cNvPr>
          <p:cNvGrpSpPr/>
          <p:nvPr/>
        </p:nvGrpSpPr>
        <p:grpSpPr>
          <a:xfrm>
            <a:off x="2675080" y="1378223"/>
            <a:ext cx="904142" cy="1254202"/>
            <a:chOff x="1403472" y="1317262"/>
            <a:chExt cx="904142" cy="1254202"/>
          </a:xfrm>
        </p:grpSpPr>
        <p:sp>
          <p:nvSpPr>
            <p:cNvPr id="121" name="순서도: 대체 처리 120">
              <a:extLst>
                <a:ext uri="{FF2B5EF4-FFF2-40B4-BE49-F238E27FC236}">
                  <a16:creationId xmlns:a16="http://schemas.microsoft.com/office/drawing/2014/main" id="{D88C07F6-D558-0CFD-0D5F-6EBE55B5A3B0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2" name="순서도: 대체 처리 121">
              <a:extLst>
                <a:ext uri="{FF2B5EF4-FFF2-40B4-BE49-F238E27FC236}">
                  <a16:creationId xmlns:a16="http://schemas.microsoft.com/office/drawing/2014/main" id="{B3DAC1A6-526E-47F3-410A-15879FC50F67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3" name="순서도: 대체 처리 122">
              <a:extLst>
                <a:ext uri="{FF2B5EF4-FFF2-40B4-BE49-F238E27FC236}">
                  <a16:creationId xmlns:a16="http://schemas.microsoft.com/office/drawing/2014/main" id="{66951C82-57FA-104B-D73D-C72E98354AF1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79094D38-3EC3-4ECA-A6FE-A38FD1A82A51}"/>
              </a:ext>
            </a:extLst>
          </p:cNvPr>
          <p:cNvGrpSpPr/>
          <p:nvPr/>
        </p:nvGrpSpPr>
        <p:grpSpPr>
          <a:xfrm>
            <a:off x="3824643" y="1378223"/>
            <a:ext cx="904142" cy="1254202"/>
            <a:chOff x="1403472" y="1317262"/>
            <a:chExt cx="904142" cy="1254202"/>
          </a:xfrm>
        </p:grpSpPr>
        <p:sp>
          <p:nvSpPr>
            <p:cNvPr id="125" name="순서도: 대체 처리 124">
              <a:extLst>
                <a:ext uri="{FF2B5EF4-FFF2-40B4-BE49-F238E27FC236}">
                  <a16:creationId xmlns:a16="http://schemas.microsoft.com/office/drawing/2014/main" id="{F8571BF7-2445-D5E2-F659-3D6F1FF04598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순서도: 대체 처리 125">
              <a:extLst>
                <a:ext uri="{FF2B5EF4-FFF2-40B4-BE49-F238E27FC236}">
                  <a16:creationId xmlns:a16="http://schemas.microsoft.com/office/drawing/2014/main" id="{8D1B0288-15A3-D921-8D40-2E4358434592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7" name="순서도: 대체 처리 126">
              <a:extLst>
                <a:ext uri="{FF2B5EF4-FFF2-40B4-BE49-F238E27FC236}">
                  <a16:creationId xmlns:a16="http://schemas.microsoft.com/office/drawing/2014/main" id="{6D9EDA38-3A3B-B9F7-F637-50A5C8FF7747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7E444FE4-D1A1-EF0F-AAA2-88394CA83430}"/>
              </a:ext>
            </a:extLst>
          </p:cNvPr>
          <p:cNvGrpSpPr/>
          <p:nvPr/>
        </p:nvGrpSpPr>
        <p:grpSpPr>
          <a:xfrm>
            <a:off x="4983509" y="1378223"/>
            <a:ext cx="904142" cy="1254202"/>
            <a:chOff x="1403472" y="1317262"/>
            <a:chExt cx="904142" cy="1254202"/>
          </a:xfrm>
        </p:grpSpPr>
        <p:sp>
          <p:nvSpPr>
            <p:cNvPr id="129" name="순서도: 대체 처리 128">
              <a:extLst>
                <a:ext uri="{FF2B5EF4-FFF2-40B4-BE49-F238E27FC236}">
                  <a16:creationId xmlns:a16="http://schemas.microsoft.com/office/drawing/2014/main" id="{32E97EAE-BF60-48A0-9F0F-7D7B529E56C6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30" name="순서도: 대체 처리 129">
              <a:extLst>
                <a:ext uri="{FF2B5EF4-FFF2-40B4-BE49-F238E27FC236}">
                  <a16:creationId xmlns:a16="http://schemas.microsoft.com/office/drawing/2014/main" id="{1B70A323-F9D3-D173-3D24-10B0A6835922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31" name="순서도: 대체 처리 130">
              <a:extLst>
                <a:ext uri="{FF2B5EF4-FFF2-40B4-BE49-F238E27FC236}">
                  <a16:creationId xmlns:a16="http://schemas.microsoft.com/office/drawing/2014/main" id="{8C23EB82-3178-5BBE-D901-5C008D750C2B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0D70283-C16F-831E-2F6F-17C2FB14F881}"/>
              </a:ext>
            </a:extLst>
          </p:cNvPr>
          <p:cNvGrpSpPr/>
          <p:nvPr/>
        </p:nvGrpSpPr>
        <p:grpSpPr>
          <a:xfrm>
            <a:off x="1516689" y="2789506"/>
            <a:ext cx="904142" cy="1254202"/>
            <a:chOff x="1403472" y="1317262"/>
            <a:chExt cx="904142" cy="1254202"/>
          </a:xfrm>
        </p:grpSpPr>
        <p:sp>
          <p:nvSpPr>
            <p:cNvPr id="141" name="순서도: 대체 처리 140">
              <a:extLst>
                <a:ext uri="{FF2B5EF4-FFF2-40B4-BE49-F238E27FC236}">
                  <a16:creationId xmlns:a16="http://schemas.microsoft.com/office/drawing/2014/main" id="{6524A73F-8326-5476-525A-1F804FE02C49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2" name="순서도: 대체 처리 141">
              <a:extLst>
                <a:ext uri="{FF2B5EF4-FFF2-40B4-BE49-F238E27FC236}">
                  <a16:creationId xmlns:a16="http://schemas.microsoft.com/office/drawing/2014/main" id="{55E6BBB7-328D-744B-AF05-2A913F152ACC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3" name="순서도: 대체 처리 142">
              <a:extLst>
                <a:ext uri="{FF2B5EF4-FFF2-40B4-BE49-F238E27FC236}">
                  <a16:creationId xmlns:a16="http://schemas.microsoft.com/office/drawing/2014/main" id="{99124448-9BF6-E62C-B0E6-B2ED6F010509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D880BC70-019D-CF7F-A0D5-D7C8CD8C211F}"/>
              </a:ext>
            </a:extLst>
          </p:cNvPr>
          <p:cNvGrpSpPr/>
          <p:nvPr/>
        </p:nvGrpSpPr>
        <p:grpSpPr>
          <a:xfrm>
            <a:off x="2675080" y="2789506"/>
            <a:ext cx="904142" cy="1254202"/>
            <a:chOff x="1403472" y="1317262"/>
            <a:chExt cx="904142" cy="1254202"/>
          </a:xfrm>
        </p:grpSpPr>
        <p:sp>
          <p:nvSpPr>
            <p:cNvPr id="145" name="순서도: 대체 처리 144">
              <a:extLst>
                <a:ext uri="{FF2B5EF4-FFF2-40B4-BE49-F238E27FC236}">
                  <a16:creationId xmlns:a16="http://schemas.microsoft.com/office/drawing/2014/main" id="{B4924378-7388-1600-6C35-5E6FCB036203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6" name="순서도: 대체 처리 145">
              <a:extLst>
                <a:ext uri="{FF2B5EF4-FFF2-40B4-BE49-F238E27FC236}">
                  <a16:creationId xmlns:a16="http://schemas.microsoft.com/office/drawing/2014/main" id="{FA563979-035D-6A39-1585-2F8A1E759E89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7" name="순서도: 대체 처리 146">
              <a:extLst>
                <a:ext uri="{FF2B5EF4-FFF2-40B4-BE49-F238E27FC236}">
                  <a16:creationId xmlns:a16="http://schemas.microsoft.com/office/drawing/2014/main" id="{343BD731-A71E-2067-A00E-58FDC12A7B6E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B7548F38-6921-88E6-D7E9-86782C9F3C4B}"/>
              </a:ext>
            </a:extLst>
          </p:cNvPr>
          <p:cNvGrpSpPr/>
          <p:nvPr/>
        </p:nvGrpSpPr>
        <p:grpSpPr>
          <a:xfrm>
            <a:off x="3824643" y="2789506"/>
            <a:ext cx="904142" cy="1254202"/>
            <a:chOff x="1403472" y="1317262"/>
            <a:chExt cx="904142" cy="1254202"/>
          </a:xfrm>
        </p:grpSpPr>
        <p:sp>
          <p:nvSpPr>
            <p:cNvPr id="149" name="순서도: 대체 처리 148">
              <a:extLst>
                <a:ext uri="{FF2B5EF4-FFF2-40B4-BE49-F238E27FC236}">
                  <a16:creationId xmlns:a16="http://schemas.microsoft.com/office/drawing/2014/main" id="{7F4B3E70-6E7F-13E4-1224-62E7D50428D8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0" name="순서도: 대체 처리 149">
              <a:extLst>
                <a:ext uri="{FF2B5EF4-FFF2-40B4-BE49-F238E27FC236}">
                  <a16:creationId xmlns:a16="http://schemas.microsoft.com/office/drawing/2014/main" id="{6F768839-37C1-9533-3CB8-96854F9697CF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1" name="순서도: 대체 처리 150">
              <a:extLst>
                <a:ext uri="{FF2B5EF4-FFF2-40B4-BE49-F238E27FC236}">
                  <a16:creationId xmlns:a16="http://schemas.microsoft.com/office/drawing/2014/main" id="{707CBA00-9DBC-CC24-0F20-1C0ACA7AA79A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4372D0BB-9E25-7542-93A8-682FB4B94C8D}"/>
              </a:ext>
            </a:extLst>
          </p:cNvPr>
          <p:cNvGrpSpPr/>
          <p:nvPr/>
        </p:nvGrpSpPr>
        <p:grpSpPr>
          <a:xfrm>
            <a:off x="4983509" y="2789506"/>
            <a:ext cx="904142" cy="1254202"/>
            <a:chOff x="1403472" y="1317262"/>
            <a:chExt cx="904142" cy="1254202"/>
          </a:xfrm>
        </p:grpSpPr>
        <p:sp>
          <p:nvSpPr>
            <p:cNvPr id="153" name="순서도: 대체 처리 152">
              <a:extLst>
                <a:ext uri="{FF2B5EF4-FFF2-40B4-BE49-F238E27FC236}">
                  <a16:creationId xmlns:a16="http://schemas.microsoft.com/office/drawing/2014/main" id="{E5A9C37C-8DD8-02E8-2CE8-871EAA9F57E7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4" name="순서도: 대체 처리 153">
              <a:extLst>
                <a:ext uri="{FF2B5EF4-FFF2-40B4-BE49-F238E27FC236}">
                  <a16:creationId xmlns:a16="http://schemas.microsoft.com/office/drawing/2014/main" id="{5193614D-4C28-6091-339B-133A6F0DE7E1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5" name="순서도: 대체 처리 154">
              <a:extLst>
                <a:ext uri="{FF2B5EF4-FFF2-40B4-BE49-F238E27FC236}">
                  <a16:creationId xmlns:a16="http://schemas.microsoft.com/office/drawing/2014/main" id="{2790DB63-DDA0-5478-EBDC-08643ADCAD91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14FAB9D3-19A3-31A6-BDFA-C3139E156C56}"/>
              </a:ext>
            </a:extLst>
          </p:cNvPr>
          <p:cNvGrpSpPr/>
          <p:nvPr/>
        </p:nvGrpSpPr>
        <p:grpSpPr>
          <a:xfrm>
            <a:off x="1516689" y="4242074"/>
            <a:ext cx="904142" cy="1254202"/>
            <a:chOff x="1403472" y="1317262"/>
            <a:chExt cx="904142" cy="1254202"/>
          </a:xfrm>
        </p:grpSpPr>
        <p:sp>
          <p:nvSpPr>
            <p:cNvPr id="157" name="순서도: 대체 처리 156">
              <a:extLst>
                <a:ext uri="{FF2B5EF4-FFF2-40B4-BE49-F238E27FC236}">
                  <a16:creationId xmlns:a16="http://schemas.microsoft.com/office/drawing/2014/main" id="{0D3E1CAF-BC44-A55B-8572-12F05ADE53F5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8" name="순서도: 대체 처리 157">
              <a:extLst>
                <a:ext uri="{FF2B5EF4-FFF2-40B4-BE49-F238E27FC236}">
                  <a16:creationId xmlns:a16="http://schemas.microsoft.com/office/drawing/2014/main" id="{5D35347E-8323-9134-B10B-6879F2B27AAD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9" name="순서도: 대체 처리 158">
              <a:extLst>
                <a:ext uri="{FF2B5EF4-FFF2-40B4-BE49-F238E27FC236}">
                  <a16:creationId xmlns:a16="http://schemas.microsoft.com/office/drawing/2014/main" id="{59B75BF3-AD08-2093-D0B8-939D5F5116E7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311295D4-671A-4A48-4F5B-616878EFD3F0}"/>
              </a:ext>
            </a:extLst>
          </p:cNvPr>
          <p:cNvGrpSpPr/>
          <p:nvPr/>
        </p:nvGrpSpPr>
        <p:grpSpPr>
          <a:xfrm>
            <a:off x="2675080" y="4242074"/>
            <a:ext cx="904142" cy="1254202"/>
            <a:chOff x="1403472" y="1317262"/>
            <a:chExt cx="904142" cy="1254202"/>
          </a:xfrm>
        </p:grpSpPr>
        <p:sp>
          <p:nvSpPr>
            <p:cNvPr id="161" name="순서도: 대체 처리 160">
              <a:extLst>
                <a:ext uri="{FF2B5EF4-FFF2-40B4-BE49-F238E27FC236}">
                  <a16:creationId xmlns:a16="http://schemas.microsoft.com/office/drawing/2014/main" id="{E31043E9-06C2-BC05-7432-2B89778B1C07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62" name="순서도: 대체 처리 161">
              <a:extLst>
                <a:ext uri="{FF2B5EF4-FFF2-40B4-BE49-F238E27FC236}">
                  <a16:creationId xmlns:a16="http://schemas.microsoft.com/office/drawing/2014/main" id="{7C154098-9379-F995-DE46-9097212AB596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63" name="순서도: 대체 처리 162">
              <a:extLst>
                <a:ext uri="{FF2B5EF4-FFF2-40B4-BE49-F238E27FC236}">
                  <a16:creationId xmlns:a16="http://schemas.microsoft.com/office/drawing/2014/main" id="{8DB01D3D-6A50-0182-A3D7-46BAF7AD3448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A0974AA2-D0E7-48A0-291D-5D7DEAB4A2D0}"/>
              </a:ext>
            </a:extLst>
          </p:cNvPr>
          <p:cNvGrpSpPr/>
          <p:nvPr/>
        </p:nvGrpSpPr>
        <p:grpSpPr>
          <a:xfrm>
            <a:off x="6568967" y="1674013"/>
            <a:ext cx="3432919" cy="3551121"/>
            <a:chOff x="6586385" y="1639177"/>
            <a:chExt cx="3432919" cy="3551121"/>
          </a:xfrm>
          <a:solidFill>
            <a:schemeClr val="bg1"/>
          </a:solidFill>
        </p:grpSpPr>
        <p:sp>
          <p:nvSpPr>
            <p:cNvPr id="172" name="사다리꼴 171">
              <a:extLst>
                <a:ext uri="{FF2B5EF4-FFF2-40B4-BE49-F238E27FC236}">
                  <a16:creationId xmlns:a16="http://schemas.microsoft.com/office/drawing/2014/main" id="{120E841B-B511-E0F4-59CC-D1E4AE706FA1}"/>
                </a:ext>
              </a:extLst>
            </p:cNvPr>
            <p:cNvSpPr/>
            <p:nvPr/>
          </p:nvSpPr>
          <p:spPr>
            <a:xfrm rot="10800000">
              <a:off x="7950926" y="1639177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4" name="사다리꼴 173">
              <a:extLst>
                <a:ext uri="{FF2B5EF4-FFF2-40B4-BE49-F238E27FC236}">
                  <a16:creationId xmlns:a16="http://schemas.microsoft.com/office/drawing/2014/main" id="{42AEEE4F-5294-44B1-9FF3-F9B90E2E1214}"/>
                </a:ext>
              </a:extLst>
            </p:cNvPr>
            <p:cNvSpPr/>
            <p:nvPr/>
          </p:nvSpPr>
          <p:spPr>
            <a:xfrm rot="15109144">
              <a:off x="9301312" y="2614294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B8E08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5" name="사다리꼴 174">
              <a:extLst>
                <a:ext uri="{FF2B5EF4-FFF2-40B4-BE49-F238E27FC236}">
                  <a16:creationId xmlns:a16="http://schemas.microsoft.com/office/drawing/2014/main" id="{0F281D6E-4622-3480-A524-A4BE56A7E7EB}"/>
                </a:ext>
              </a:extLst>
            </p:cNvPr>
            <p:cNvSpPr/>
            <p:nvPr/>
          </p:nvSpPr>
          <p:spPr>
            <a:xfrm rot="6519232">
              <a:off x="6617061" y="2581095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6" name="사다리꼴 175">
              <a:extLst>
                <a:ext uri="{FF2B5EF4-FFF2-40B4-BE49-F238E27FC236}">
                  <a16:creationId xmlns:a16="http://schemas.microsoft.com/office/drawing/2014/main" id="{BE0D8E1D-7DB9-69BD-1762-18E5FE6BF184}"/>
                </a:ext>
              </a:extLst>
            </p:cNvPr>
            <p:cNvSpPr/>
            <p:nvPr/>
          </p:nvSpPr>
          <p:spPr>
            <a:xfrm rot="13065977">
              <a:off x="8785713" y="1921232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7" name="사다리꼴 176">
              <a:extLst>
                <a:ext uri="{FF2B5EF4-FFF2-40B4-BE49-F238E27FC236}">
                  <a16:creationId xmlns:a16="http://schemas.microsoft.com/office/drawing/2014/main" id="{53EB6EDC-2F0D-5671-8065-1919D26185E9}"/>
                </a:ext>
              </a:extLst>
            </p:cNvPr>
            <p:cNvSpPr/>
            <p:nvPr/>
          </p:nvSpPr>
          <p:spPr>
            <a:xfrm rot="8669302">
              <a:off x="7124337" y="1892255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0" name="사다리꼴 179">
              <a:extLst>
                <a:ext uri="{FF2B5EF4-FFF2-40B4-BE49-F238E27FC236}">
                  <a16:creationId xmlns:a16="http://schemas.microsoft.com/office/drawing/2014/main" id="{4CC628AC-2B4A-2EFC-D812-0467999CA45F}"/>
                </a:ext>
              </a:extLst>
            </p:cNvPr>
            <p:cNvSpPr/>
            <p:nvPr/>
          </p:nvSpPr>
          <p:spPr>
            <a:xfrm rot="10800000" flipV="1">
              <a:off x="7967300" y="4458004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1" name="사다리꼴 180">
              <a:extLst>
                <a:ext uri="{FF2B5EF4-FFF2-40B4-BE49-F238E27FC236}">
                  <a16:creationId xmlns:a16="http://schemas.microsoft.com/office/drawing/2014/main" id="{B824FEDB-92CF-946B-5545-1D2AE9230E34}"/>
                </a:ext>
              </a:extLst>
            </p:cNvPr>
            <p:cNvSpPr/>
            <p:nvPr/>
          </p:nvSpPr>
          <p:spPr>
            <a:xfrm rot="6490856" flipV="1">
              <a:off x="9317686" y="3482887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2" name="사다리꼴 181">
              <a:extLst>
                <a:ext uri="{FF2B5EF4-FFF2-40B4-BE49-F238E27FC236}">
                  <a16:creationId xmlns:a16="http://schemas.microsoft.com/office/drawing/2014/main" id="{D765266D-9229-DA1C-CDAF-723D46B12723}"/>
                </a:ext>
              </a:extLst>
            </p:cNvPr>
            <p:cNvSpPr/>
            <p:nvPr/>
          </p:nvSpPr>
          <p:spPr>
            <a:xfrm rot="15080768" flipV="1">
              <a:off x="6633435" y="3516086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9933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3" name="사다리꼴 182">
              <a:extLst>
                <a:ext uri="{FF2B5EF4-FFF2-40B4-BE49-F238E27FC236}">
                  <a16:creationId xmlns:a16="http://schemas.microsoft.com/office/drawing/2014/main" id="{18CB7C3A-9167-0935-CBAE-E02B9F4EDE02}"/>
                </a:ext>
              </a:extLst>
            </p:cNvPr>
            <p:cNvSpPr/>
            <p:nvPr/>
          </p:nvSpPr>
          <p:spPr>
            <a:xfrm rot="8534023" flipV="1">
              <a:off x="8802087" y="4175949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CCE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4" name="사다리꼴 183">
              <a:extLst>
                <a:ext uri="{FF2B5EF4-FFF2-40B4-BE49-F238E27FC236}">
                  <a16:creationId xmlns:a16="http://schemas.microsoft.com/office/drawing/2014/main" id="{E03823FC-F8C3-40AC-9EE2-4B26B296AB3C}"/>
                </a:ext>
              </a:extLst>
            </p:cNvPr>
            <p:cNvSpPr/>
            <p:nvPr/>
          </p:nvSpPr>
          <p:spPr>
            <a:xfrm rot="12930698" flipV="1">
              <a:off x="7140711" y="4204926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75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38BE80A7-12D0-E328-32DA-A8B7EB0B7D3E}"/>
              </a:ext>
            </a:extLst>
          </p:cNvPr>
          <p:cNvSpPr txBox="1"/>
          <p:nvPr/>
        </p:nvSpPr>
        <p:spPr>
          <a:xfrm>
            <a:off x="7988063" y="1883816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 w="3175"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빨강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1A73F51-297E-1492-4C6F-AEB84FE4BAC1}"/>
              </a:ext>
            </a:extLst>
          </p:cNvPr>
          <p:cNvSpPr txBox="1"/>
          <p:nvPr/>
        </p:nvSpPr>
        <p:spPr>
          <a:xfrm>
            <a:off x="8837315" y="2185453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노랑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7653648-CC41-C7F3-27C9-BE4EA2C7FD1D}"/>
              </a:ext>
            </a:extLst>
          </p:cNvPr>
          <p:cNvSpPr txBox="1"/>
          <p:nvPr/>
        </p:nvSpPr>
        <p:spPr>
          <a:xfrm>
            <a:off x="9359341" y="2900060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연두</a:t>
            </a:r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DC17413E-68E9-7545-CD3B-E4FD71B0892C}"/>
              </a:ext>
            </a:extLst>
          </p:cNvPr>
          <p:cNvSpPr/>
          <p:nvPr/>
        </p:nvSpPr>
        <p:spPr>
          <a:xfrm>
            <a:off x="7830104" y="2991468"/>
            <a:ext cx="905083" cy="90508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알 수 없음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111CD5E-6F23-1432-43A3-AFCF125B4DD7}"/>
              </a:ext>
            </a:extLst>
          </p:cNvPr>
          <p:cNvSpPr txBox="1"/>
          <p:nvPr/>
        </p:nvSpPr>
        <p:spPr>
          <a:xfrm>
            <a:off x="9359341" y="3736927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초록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0121A12-C577-33B0-C8B9-78EAB15E75B4}"/>
              </a:ext>
            </a:extLst>
          </p:cNvPr>
          <p:cNvSpPr txBox="1"/>
          <p:nvPr/>
        </p:nvSpPr>
        <p:spPr>
          <a:xfrm>
            <a:off x="8837315" y="4450548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하늘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0809A2F-3B79-19F4-A735-1A9B174DA164}"/>
              </a:ext>
            </a:extLst>
          </p:cNvPr>
          <p:cNvSpPr txBox="1"/>
          <p:nvPr/>
        </p:nvSpPr>
        <p:spPr>
          <a:xfrm>
            <a:off x="7984116" y="4689718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파랑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620FD01E-D199-D3A4-15D2-FBA7CA01C789}"/>
              </a:ext>
            </a:extLst>
          </p:cNvPr>
          <p:cNvSpPr txBox="1"/>
          <p:nvPr/>
        </p:nvSpPr>
        <p:spPr>
          <a:xfrm>
            <a:off x="6640278" y="3782754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보라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0B11EDB-65EF-CC71-799D-F66D3EF85339}"/>
              </a:ext>
            </a:extLst>
          </p:cNvPr>
          <p:cNvSpPr txBox="1"/>
          <p:nvPr/>
        </p:nvSpPr>
        <p:spPr>
          <a:xfrm>
            <a:off x="6640278" y="2879485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갈색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6D236B5D-9423-D5E4-8D6F-3B39652A5FF4}"/>
              </a:ext>
            </a:extLst>
          </p:cNvPr>
          <p:cNvSpPr txBox="1"/>
          <p:nvPr/>
        </p:nvSpPr>
        <p:spPr>
          <a:xfrm>
            <a:off x="7131753" y="2165669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주황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C84FB53-344D-8784-2A19-CD5067652352}"/>
              </a:ext>
            </a:extLst>
          </p:cNvPr>
          <p:cNvSpPr txBox="1"/>
          <p:nvPr/>
        </p:nvSpPr>
        <p:spPr>
          <a:xfrm>
            <a:off x="7159565" y="4477792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핑크</a:t>
            </a:r>
          </a:p>
        </p:txBody>
      </p:sp>
      <p:sp>
        <p:nvSpPr>
          <p:cNvPr id="201" name="사다리꼴 200">
            <a:extLst>
              <a:ext uri="{FF2B5EF4-FFF2-40B4-BE49-F238E27FC236}">
                <a16:creationId xmlns:a16="http://schemas.microsoft.com/office/drawing/2014/main" id="{41879631-C5B2-C955-C9C9-518D7721E5B7}"/>
              </a:ext>
            </a:extLst>
          </p:cNvPr>
          <p:cNvSpPr/>
          <p:nvPr/>
        </p:nvSpPr>
        <p:spPr>
          <a:xfrm rot="10800000">
            <a:off x="7856254" y="1580811"/>
            <a:ext cx="824551" cy="905082"/>
          </a:xfrm>
          <a:prstGeom prst="trapezoid">
            <a:avLst>
              <a:gd name="adj" fmla="val 1492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6DF5174-399D-9D15-0FF8-F0A19F7E9AB6}"/>
              </a:ext>
            </a:extLst>
          </p:cNvPr>
          <p:cNvGrpSpPr/>
          <p:nvPr/>
        </p:nvGrpSpPr>
        <p:grpSpPr>
          <a:xfrm>
            <a:off x="2595080" y="4198529"/>
            <a:ext cx="1078502" cy="1362800"/>
            <a:chOff x="2595080" y="4198529"/>
            <a:chExt cx="1078502" cy="13628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B79F04EC-5B68-3510-0E73-F9B68E581B31}"/>
                </a:ext>
              </a:extLst>
            </p:cNvPr>
            <p:cNvSpPr/>
            <p:nvPr/>
          </p:nvSpPr>
          <p:spPr>
            <a:xfrm>
              <a:off x="2595080" y="4198529"/>
              <a:ext cx="1078502" cy="13628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곱하기 기호 5">
              <a:extLst>
                <a:ext uri="{FF2B5EF4-FFF2-40B4-BE49-F238E27FC236}">
                  <a16:creationId xmlns:a16="http://schemas.microsoft.com/office/drawing/2014/main" id="{6B176E18-2D16-100C-2CE5-A348F433A1C0}"/>
                </a:ext>
              </a:extLst>
            </p:cNvPr>
            <p:cNvSpPr/>
            <p:nvPr/>
          </p:nvSpPr>
          <p:spPr>
            <a:xfrm>
              <a:off x="2710030" y="4477792"/>
              <a:ext cx="808189" cy="804041"/>
            </a:xfrm>
            <a:prstGeom prst="mathMultiply">
              <a:avLst>
                <a:gd name="adj1" fmla="val 1268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8D405E38-34BB-A0A8-E4EA-4352A10DEDFF}"/>
              </a:ext>
            </a:extLst>
          </p:cNvPr>
          <p:cNvSpPr/>
          <p:nvPr/>
        </p:nvSpPr>
        <p:spPr>
          <a:xfrm>
            <a:off x="4250733" y="4848848"/>
            <a:ext cx="1095901" cy="428557"/>
          </a:xfrm>
          <a:prstGeom prst="flowChartTerminator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572FCD-0D7A-F250-4E2F-14785B5B086A}"/>
              </a:ext>
            </a:extLst>
          </p:cNvPr>
          <p:cNvSpPr txBox="1"/>
          <p:nvPr/>
        </p:nvSpPr>
        <p:spPr>
          <a:xfrm>
            <a:off x="4062873" y="4521143"/>
            <a:ext cx="1434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+mj-lt"/>
              </a:rPr>
              <a:t>킬 활성화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8244DA-669F-F156-14B6-0A52D03052DC}"/>
              </a:ext>
            </a:extLst>
          </p:cNvPr>
          <p:cNvGrpSpPr/>
          <p:nvPr/>
        </p:nvGrpSpPr>
        <p:grpSpPr>
          <a:xfrm>
            <a:off x="1446238" y="1324060"/>
            <a:ext cx="1078502" cy="1362800"/>
            <a:chOff x="2595080" y="4198529"/>
            <a:chExt cx="1078502" cy="13628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A0C5E23-E701-27C4-E4CA-3C12875A1D9E}"/>
                </a:ext>
              </a:extLst>
            </p:cNvPr>
            <p:cNvSpPr/>
            <p:nvPr/>
          </p:nvSpPr>
          <p:spPr>
            <a:xfrm>
              <a:off x="2595080" y="4198529"/>
              <a:ext cx="1078502" cy="13628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곱하기 기호 12">
              <a:extLst>
                <a:ext uri="{FF2B5EF4-FFF2-40B4-BE49-F238E27FC236}">
                  <a16:creationId xmlns:a16="http://schemas.microsoft.com/office/drawing/2014/main" id="{18512998-F9D0-E416-5ED0-F286D1C9E44A}"/>
                </a:ext>
              </a:extLst>
            </p:cNvPr>
            <p:cNvSpPr/>
            <p:nvPr/>
          </p:nvSpPr>
          <p:spPr>
            <a:xfrm>
              <a:off x="2710030" y="4477792"/>
              <a:ext cx="808189" cy="804041"/>
            </a:xfrm>
            <a:prstGeom prst="mathMultiply">
              <a:avLst>
                <a:gd name="adj1" fmla="val 1268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97391FE-2011-08EA-41D0-07A71D69AA70}"/>
              </a:ext>
            </a:extLst>
          </p:cNvPr>
          <p:cNvSpPr/>
          <p:nvPr/>
        </p:nvSpPr>
        <p:spPr>
          <a:xfrm>
            <a:off x="2617179" y="1303993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4918A7-677C-64E2-703A-C25ACEE86449}"/>
              </a:ext>
            </a:extLst>
          </p:cNvPr>
          <p:cNvSpPr/>
          <p:nvPr/>
        </p:nvSpPr>
        <p:spPr>
          <a:xfrm>
            <a:off x="3739226" y="1303993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B28C2AC-20F0-91CD-E2FD-8B091009F857}"/>
              </a:ext>
            </a:extLst>
          </p:cNvPr>
          <p:cNvSpPr/>
          <p:nvPr/>
        </p:nvSpPr>
        <p:spPr>
          <a:xfrm>
            <a:off x="4864074" y="1303993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BC9E88-E02C-CF2F-025C-0EE5C4DA6515}"/>
              </a:ext>
            </a:extLst>
          </p:cNvPr>
          <p:cNvSpPr/>
          <p:nvPr/>
        </p:nvSpPr>
        <p:spPr>
          <a:xfrm>
            <a:off x="2617179" y="2714410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284BFF-9727-2B9D-12A2-BEFC25F655B3}"/>
              </a:ext>
            </a:extLst>
          </p:cNvPr>
          <p:cNvSpPr/>
          <p:nvPr/>
        </p:nvSpPr>
        <p:spPr>
          <a:xfrm>
            <a:off x="3714566" y="2714410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7309EE-516B-FB08-5B03-17FED60F2E30}"/>
              </a:ext>
            </a:extLst>
          </p:cNvPr>
          <p:cNvSpPr/>
          <p:nvPr/>
        </p:nvSpPr>
        <p:spPr>
          <a:xfrm>
            <a:off x="4931462" y="2714410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69D3B1-825B-1DA3-4FDF-D3F8935008C6}"/>
              </a:ext>
            </a:extLst>
          </p:cNvPr>
          <p:cNvSpPr/>
          <p:nvPr/>
        </p:nvSpPr>
        <p:spPr>
          <a:xfrm>
            <a:off x="1413963" y="2714410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CAC8427-7899-1661-1A98-DD0D69AEEDFB}"/>
              </a:ext>
            </a:extLst>
          </p:cNvPr>
          <p:cNvSpPr/>
          <p:nvPr/>
        </p:nvSpPr>
        <p:spPr>
          <a:xfrm>
            <a:off x="1413963" y="4198412"/>
            <a:ext cx="1078502" cy="1362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3379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DED1C-0A7A-8B2D-C034-21B93727D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5D5EE7-D605-0517-FA96-4E28A40DD2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7A62BBC3-0364-1843-8A4D-F2F0F63BE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en-US" altLang="ko-KR" sz="2800" dirty="0"/>
              <a:t>(</a:t>
            </a:r>
            <a:r>
              <a:rPr lang="ko-KR" altLang="en-US" sz="2800" dirty="0"/>
              <a:t>살인마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킬 활성화 취소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3130E6-1A03-DC0B-8A0D-B99D65B2D792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800EF2A-2922-710B-6599-1224D388E58C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2863462-597D-621A-9BB9-1E74CB55BEC0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1D2E09-5D42-E8A4-47DC-39CF7F4F52B3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79093A-855F-4278-7330-574E9C6A3E9D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graphicFrame>
        <p:nvGraphicFramePr>
          <p:cNvPr id="110" name="표 109">
            <a:extLst>
              <a:ext uri="{FF2B5EF4-FFF2-40B4-BE49-F238E27FC236}">
                <a16:creationId xmlns:a16="http://schemas.microsoft.com/office/drawing/2014/main" id="{B6FE0B98-6691-76BB-BE09-365702B2F08E}"/>
              </a:ext>
            </a:extLst>
          </p:cNvPr>
          <p:cNvGraphicFramePr>
            <a:graphicFrameLocks noGrp="1"/>
          </p:cNvGraphicFramePr>
          <p:nvPr/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E4F43E33-836D-630E-D722-F04B67C86E58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F1F0563C-9983-18D9-1EF4-5E8DEA6086C9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4BEEF479-34BA-5A28-268D-ECB4E7BAA1B6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E624B39A-940D-5315-AF34-03FF907A0679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C60B6C86-7C80-5FB1-E42F-C30E4CF1C0BC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6BCA4C23-AA72-3F04-E2CA-F75F28EF270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489DAF4E-26F5-C2B1-3F30-FC350355F1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2EA54F7C-3BDF-29FB-BE73-F011D6F5DB53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E5EBAC81-40FA-9B72-1BFA-2AD424E5D34C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D9701E74-A145-31F0-090C-6863463BE4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6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5A82F77E-85EA-62B0-CD37-C309D21024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771E1FF-61D0-E921-30B3-777F10F0A48D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7C00FB-D848-B864-1A48-8EFC354CBE3A}"/>
              </a:ext>
            </a:extLst>
          </p:cNvPr>
          <p:cNvSpPr/>
          <p:nvPr/>
        </p:nvSpPr>
        <p:spPr>
          <a:xfrm>
            <a:off x="1210492" y="1076548"/>
            <a:ext cx="9393484" cy="4836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1F0AC8ED-E077-5610-BD02-71633A9740BD}"/>
              </a:ext>
            </a:extLst>
          </p:cNvPr>
          <p:cNvSpPr/>
          <p:nvPr/>
        </p:nvSpPr>
        <p:spPr>
          <a:xfrm>
            <a:off x="6296297" y="1497874"/>
            <a:ext cx="3942191" cy="3936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원형: 비어 있음 88">
            <a:extLst>
              <a:ext uri="{FF2B5EF4-FFF2-40B4-BE49-F238E27FC236}">
                <a16:creationId xmlns:a16="http://schemas.microsoft.com/office/drawing/2014/main" id="{FA143177-F3E7-6D24-B4DE-419578C04758}"/>
              </a:ext>
            </a:extLst>
          </p:cNvPr>
          <p:cNvSpPr/>
          <p:nvPr/>
        </p:nvSpPr>
        <p:spPr>
          <a:xfrm>
            <a:off x="6570360" y="1756956"/>
            <a:ext cx="3413760" cy="3413760"/>
          </a:xfrm>
          <a:prstGeom prst="donut">
            <a:avLst>
              <a:gd name="adj" fmla="val 1734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3E635D2A-8384-C27A-2ED7-F06ECFB47C5E}"/>
              </a:ext>
            </a:extLst>
          </p:cNvPr>
          <p:cNvGrpSpPr/>
          <p:nvPr/>
        </p:nvGrpSpPr>
        <p:grpSpPr>
          <a:xfrm>
            <a:off x="1516689" y="1378223"/>
            <a:ext cx="904142" cy="1254202"/>
            <a:chOff x="1403472" y="1317262"/>
            <a:chExt cx="904142" cy="1254202"/>
          </a:xfrm>
        </p:grpSpPr>
        <p:sp>
          <p:nvSpPr>
            <p:cNvPr id="104" name="순서도: 대체 처리 103">
              <a:extLst>
                <a:ext uri="{FF2B5EF4-FFF2-40B4-BE49-F238E27FC236}">
                  <a16:creationId xmlns:a16="http://schemas.microsoft.com/office/drawing/2014/main" id="{DE11AAD9-469F-C84F-1FB6-6C6553A26F73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05" name="순서도: 대체 처리 104">
              <a:extLst>
                <a:ext uri="{FF2B5EF4-FFF2-40B4-BE49-F238E27FC236}">
                  <a16:creationId xmlns:a16="http://schemas.microsoft.com/office/drawing/2014/main" id="{BD7F3737-8013-A4E8-F978-AB7E55F93B82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빨강</a:t>
              </a:r>
            </a:p>
          </p:txBody>
        </p:sp>
        <p:sp>
          <p:nvSpPr>
            <p:cNvPr id="107" name="순서도: 대체 처리 106">
              <a:extLst>
                <a:ext uri="{FF2B5EF4-FFF2-40B4-BE49-F238E27FC236}">
                  <a16:creationId xmlns:a16="http://schemas.microsoft.com/office/drawing/2014/main" id="{A4CA78FF-3063-0392-54FA-BEF28E2251FF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A451A891-79E9-0BE8-B4E4-C4CA208317CF}"/>
              </a:ext>
            </a:extLst>
          </p:cNvPr>
          <p:cNvGrpSpPr/>
          <p:nvPr/>
        </p:nvGrpSpPr>
        <p:grpSpPr>
          <a:xfrm>
            <a:off x="2675080" y="1378223"/>
            <a:ext cx="904142" cy="1254202"/>
            <a:chOff x="1403472" y="1317262"/>
            <a:chExt cx="904142" cy="1254202"/>
          </a:xfrm>
        </p:grpSpPr>
        <p:sp>
          <p:nvSpPr>
            <p:cNvPr id="121" name="순서도: 대체 처리 120">
              <a:extLst>
                <a:ext uri="{FF2B5EF4-FFF2-40B4-BE49-F238E27FC236}">
                  <a16:creationId xmlns:a16="http://schemas.microsoft.com/office/drawing/2014/main" id="{16C92415-4CF8-EF77-1172-E22A29B86A29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2" name="순서도: 대체 처리 121">
              <a:extLst>
                <a:ext uri="{FF2B5EF4-FFF2-40B4-BE49-F238E27FC236}">
                  <a16:creationId xmlns:a16="http://schemas.microsoft.com/office/drawing/2014/main" id="{99312D46-D1CA-5A41-59E9-14B9193DA72E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3" name="순서도: 대체 처리 122">
              <a:extLst>
                <a:ext uri="{FF2B5EF4-FFF2-40B4-BE49-F238E27FC236}">
                  <a16:creationId xmlns:a16="http://schemas.microsoft.com/office/drawing/2014/main" id="{9CC83069-DAE1-C4F5-558B-8D61C17BEA0B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0BC4FDCE-12AA-CC0A-139B-BD4491D21FC6}"/>
              </a:ext>
            </a:extLst>
          </p:cNvPr>
          <p:cNvGrpSpPr/>
          <p:nvPr/>
        </p:nvGrpSpPr>
        <p:grpSpPr>
          <a:xfrm>
            <a:off x="3824643" y="1378223"/>
            <a:ext cx="904142" cy="1254202"/>
            <a:chOff x="1403472" y="1317262"/>
            <a:chExt cx="904142" cy="1254202"/>
          </a:xfrm>
        </p:grpSpPr>
        <p:sp>
          <p:nvSpPr>
            <p:cNvPr id="125" name="순서도: 대체 처리 124">
              <a:extLst>
                <a:ext uri="{FF2B5EF4-FFF2-40B4-BE49-F238E27FC236}">
                  <a16:creationId xmlns:a16="http://schemas.microsoft.com/office/drawing/2014/main" id="{C2633AD1-5FE2-C410-09B2-836789A06794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순서도: 대체 처리 125">
              <a:extLst>
                <a:ext uri="{FF2B5EF4-FFF2-40B4-BE49-F238E27FC236}">
                  <a16:creationId xmlns:a16="http://schemas.microsoft.com/office/drawing/2014/main" id="{310E8F80-049A-B3FB-D277-346F4BEB3A68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27" name="순서도: 대체 처리 126">
              <a:extLst>
                <a:ext uri="{FF2B5EF4-FFF2-40B4-BE49-F238E27FC236}">
                  <a16:creationId xmlns:a16="http://schemas.microsoft.com/office/drawing/2014/main" id="{C3C794A3-9C54-386E-0AB2-8F582A9D270C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BF701B24-2D7A-F489-FF97-8A963ABAE437}"/>
              </a:ext>
            </a:extLst>
          </p:cNvPr>
          <p:cNvGrpSpPr/>
          <p:nvPr/>
        </p:nvGrpSpPr>
        <p:grpSpPr>
          <a:xfrm>
            <a:off x="4983509" y="1378223"/>
            <a:ext cx="904142" cy="1254202"/>
            <a:chOff x="1403472" y="1317262"/>
            <a:chExt cx="904142" cy="1254202"/>
          </a:xfrm>
        </p:grpSpPr>
        <p:sp>
          <p:nvSpPr>
            <p:cNvPr id="129" name="순서도: 대체 처리 128">
              <a:extLst>
                <a:ext uri="{FF2B5EF4-FFF2-40B4-BE49-F238E27FC236}">
                  <a16:creationId xmlns:a16="http://schemas.microsoft.com/office/drawing/2014/main" id="{7E8E316D-0486-3B4A-805C-C0255BAE2C5B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30" name="순서도: 대체 처리 129">
              <a:extLst>
                <a:ext uri="{FF2B5EF4-FFF2-40B4-BE49-F238E27FC236}">
                  <a16:creationId xmlns:a16="http://schemas.microsoft.com/office/drawing/2014/main" id="{66A56B32-B947-B38D-32A5-8C4366DAB758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31" name="순서도: 대체 처리 130">
              <a:extLst>
                <a:ext uri="{FF2B5EF4-FFF2-40B4-BE49-F238E27FC236}">
                  <a16:creationId xmlns:a16="http://schemas.microsoft.com/office/drawing/2014/main" id="{EE21EB2C-133C-DB8F-D660-9A8ED3B2E55F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C3B734D0-DB81-1D71-CA92-0525FCD235B0}"/>
              </a:ext>
            </a:extLst>
          </p:cNvPr>
          <p:cNvGrpSpPr/>
          <p:nvPr/>
        </p:nvGrpSpPr>
        <p:grpSpPr>
          <a:xfrm>
            <a:off x="1516689" y="2789506"/>
            <a:ext cx="904142" cy="1254202"/>
            <a:chOff x="1403472" y="1317262"/>
            <a:chExt cx="904142" cy="1254202"/>
          </a:xfrm>
        </p:grpSpPr>
        <p:sp>
          <p:nvSpPr>
            <p:cNvPr id="141" name="순서도: 대체 처리 140">
              <a:extLst>
                <a:ext uri="{FF2B5EF4-FFF2-40B4-BE49-F238E27FC236}">
                  <a16:creationId xmlns:a16="http://schemas.microsoft.com/office/drawing/2014/main" id="{28F4BD8F-E68E-7659-B2F8-603AAEE002C2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2" name="순서도: 대체 처리 141">
              <a:extLst>
                <a:ext uri="{FF2B5EF4-FFF2-40B4-BE49-F238E27FC236}">
                  <a16:creationId xmlns:a16="http://schemas.microsoft.com/office/drawing/2014/main" id="{5AC501B7-0406-DD4F-2C26-078BB9ED81B3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3" name="순서도: 대체 처리 142">
              <a:extLst>
                <a:ext uri="{FF2B5EF4-FFF2-40B4-BE49-F238E27FC236}">
                  <a16:creationId xmlns:a16="http://schemas.microsoft.com/office/drawing/2014/main" id="{0E40FF50-62CA-CA48-0157-1DD6CC571A11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8A1431DA-C606-8F2F-1D4E-EA3C2B689028}"/>
              </a:ext>
            </a:extLst>
          </p:cNvPr>
          <p:cNvGrpSpPr/>
          <p:nvPr/>
        </p:nvGrpSpPr>
        <p:grpSpPr>
          <a:xfrm>
            <a:off x="2675080" y="2789506"/>
            <a:ext cx="904142" cy="1254202"/>
            <a:chOff x="1403472" y="1317262"/>
            <a:chExt cx="904142" cy="1254202"/>
          </a:xfrm>
        </p:grpSpPr>
        <p:sp>
          <p:nvSpPr>
            <p:cNvPr id="145" name="순서도: 대체 처리 144">
              <a:extLst>
                <a:ext uri="{FF2B5EF4-FFF2-40B4-BE49-F238E27FC236}">
                  <a16:creationId xmlns:a16="http://schemas.microsoft.com/office/drawing/2014/main" id="{3579C9F9-7FCF-0289-C978-35E2618B2FB9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46" name="순서도: 대체 처리 145">
              <a:extLst>
                <a:ext uri="{FF2B5EF4-FFF2-40B4-BE49-F238E27FC236}">
                  <a16:creationId xmlns:a16="http://schemas.microsoft.com/office/drawing/2014/main" id="{FD7EE61C-051C-AAC2-2098-67BCEE67A6F9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47" name="순서도: 대체 처리 146">
              <a:extLst>
                <a:ext uri="{FF2B5EF4-FFF2-40B4-BE49-F238E27FC236}">
                  <a16:creationId xmlns:a16="http://schemas.microsoft.com/office/drawing/2014/main" id="{B2845D97-5D89-B822-E23E-3F7EDD83276A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FD431E78-82D6-7B48-9511-7FC0EFF32196}"/>
              </a:ext>
            </a:extLst>
          </p:cNvPr>
          <p:cNvGrpSpPr/>
          <p:nvPr/>
        </p:nvGrpSpPr>
        <p:grpSpPr>
          <a:xfrm>
            <a:off x="3824643" y="2789506"/>
            <a:ext cx="904142" cy="1254202"/>
            <a:chOff x="1403472" y="1317262"/>
            <a:chExt cx="904142" cy="1254202"/>
          </a:xfrm>
        </p:grpSpPr>
        <p:sp>
          <p:nvSpPr>
            <p:cNvPr id="149" name="순서도: 대체 처리 148">
              <a:extLst>
                <a:ext uri="{FF2B5EF4-FFF2-40B4-BE49-F238E27FC236}">
                  <a16:creationId xmlns:a16="http://schemas.microsoft.com/office/drawing/2014/main" id="{751347F6-B853-D4AA-C66F-2F9522961AE3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0" name="순서도: 대체 처리 149">
              <a:extLst>
                <a:ext uri="{FF2B5EF4-FFF2-40B4-BE49-F238E27FC236}">
                  <a16:creationId xmlns:a16="http://schemas.microsoft.com/office/drawing/2014/main" id="{2034770F-1683-91C6-97B3-7F7E31BC7AB6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1" name="순서도: 대체 처리 150">
              <a:extLst>
                <a:ext uri="{FF2B5EF4-FFF2-40B4-BE49-F238E27FC236}">
                  <a16:creationId xmlns:a16="http://schemas.microsoft.com/office/drawing/2014/main" id="{30992D43-2958-F5A3-2F70-F47362263B7A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2C920758-8D86-CB8C-5C3C-EC96EBEF9F69}"/>
              </a:ext>
            </a:extLst>
          </p:cNvPr>
          <p:cNvGrpSpPr/>
          <p:nvPr/>
        </p:nvGrpSpPr>
        <p:grpSpPr>
          <a:xfrm>
            <a:off x="4983509" y="2789506"/>
            <a:ext cx="904142" cy="1254202"/>
            <a:chOff x="1403472" y="1317262"/>
            <a:chExt cx="904142" cy="1254202"/>
          </a:xfrm>
        </p:grpSpPr>
        <p:sp>
          <p:nvSpPr>
            <p:cNvPr id="153" name="순서도: 대체 처리 152">
              <a:extLst>
                <a:ext uri="{FF2B5EF4-FFF2-40B4-BE49-F238E27FC236}">
                  <a16:creationId xmlns:a16="http://schemas.microsoft.com/office/drawing/2014/main" id="{4A2A1ED1-222C-C47C-3EFD-2678CC24CB9B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4" name="순서도: 대체 처리 153">
              <a:extLst>
                <a:ext uri="{FF2B5EF4-FFF2-40B4-BE49-F238E27FC236}">
                  <a16:creationId xmlns:a16="http://schemas.microsoft.com/office/drawing/2014/main" id="{5C4947C9-330F-7303-EC4E-383B73AAC60C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5" name="순서도: 대체 처리 154">
              <a:extLst>
                <a:ext uri="{FF2B5EF4-FFF2-40B4-BE49-F238E27FC236}">
                  <a16:creationId xmlns:a16="http://schemas.microsoft.com/office/drawing/2014/main" id="{34B6BAFE-3DE0-E552-FB3D-BBF2513BFA0C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330A407B-69D8-0E06-5C43-B7E582A6DA4C}"/>
              </a:ext>
            </a:extLst>
          </p:cNvPr>
          <p:cNvGrpSpPr/>
          <p:nvPr/>
        </p:nvGrpSpPr>
        <p:grpSpPr>
          <a:xfrm>
            <a:off x="1516689" y="4242074"/>
            <a:ext cx="904142" cy="1254202"/>
            <a:chOff x="1403472" y="1317262"/>
            <a:chExt cx="904142" cy="1254202"/>
          </a:xfrm>
        </p:grpSpPr>
        <p:sp>
          <p:nvSpPr>
            <p:cNvPr id="157" name="순서도: 대체 처리 156">
              <a:extLst>
                <a:ext uri="{FF2B5EF4-FFF2-40B4-BE49-F238E27FC236}">
                  <a16:creationId xmlns:a16="http://schemas.microsoft.com/office/drawing/2014/main" id="{6BBB6B62-BC37-96C1-1554-6C42D2DC04F1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58" name="순서도: 대체 처리 157">
              <a:extLst>
                <a:ext uri="{FF2B5EF4-FFF2-40B4-BE49-F238E27FC236}">
                  <a16:creationId xmlns:a16="http://schemas.microsoft.com/office/drawing/2014/main" id="{BBD5ED3C-0D13-FBB9-F94A-D1BA7CC25EE3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59" name="순서도: 대체 처리 158">
              <a:extLst>
                <a:ext uri="{FF2B5EF4-FFF2-40B4-BE49-F238E27FC236}">
                  <a16:creationId xmlns:a16="http://schemas.microsoft.com/office/drawing/2014/main" id="{80636C37-2FAC-36DC-1B04-AD0F3DA6303F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30871759-EB0C-D020-675C-1B65B0DB2CA0}"/>
              </a:ext>
            </a:extLst>
          </p:cNvPr>
          <p:cNvGrpSpPr/>
          <p:nvPr/>
        </p:nvGrpSpPr>
        <p:grpSpPr>
          <a:xfrm>
            <a:off x="2675080" y="4242074"/>
            <a:ext cx="904142" cy="1254202"/>
            <a:chOff x="1403472" y="1317262"/>
            <a:chExt cx="904142" cy="1254202"/>
          </a:xfrm>
        </p:grpSpPr>
        <p:sp>
          <p:nvSpPr>
            <p:cNvPr id="161" name="순서도: 대체 처리 160">
              <a:extLst>
                <a:ext uri="{FF2B5EF4-FFF2-40B4-BE49-F238E27FC236}">
                  <a16:creationId xmlns:a16="http://schemas.microsoft.com/office/drawing/2014/main" id="{A13DEFCB-DF7B-A733-5C78-FD39A47A3A0C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162" name="순서도: 대체 처리 161">
              <a:extLst>
                <a:ext uri="{FF2B5EF4-FFF2-40B4-BE49-F238E27FC236}">
                  <a16:creationId xmlns:a16="http://schemas.microsoft.com/office/drawing/2014/main" id="{3F13B56C-A6C0-B876-5E02-5BFC2C996CD5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163" name="순서도: 대체 처리 162">
              <a:extLst>
                <a:ext uri="{FF2B5EF4-FFF2-40B4-BE49-F238E27FC236}">
                  <a16:creationId xmlns:a16="http://schemas.microsoft.com/office/drawing/2014/main" id="{8884256F-718D-68D1-354E-938B5E34BE09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44DC3282-C310-D8F6-CB06-957891DCA622}"/>
              </a:ext>
            </a:extLst>
          </p:cNvPr>
          <p:cNvGrpSpPr/>
          <p:nvPr/>
        </p:nvGrpSpPr>
        <p:grpSpPr>
          <a:xfrm>
            <a:off x="6568967" y="1674013"/>
            <a:ext cx="3432919" cy="3551121"/>
            <a:chOff x="6586385" y="1639177"/>
            <a:chExt cx="3432919" cy="3551121"/>
          </a:xfrm>
          <a:solidFill>
            <a:schemeClr val="bg1"/>
          </a:solidFill>
        </p:grpSpPr>
        <p:sp>
          <p:nvSpPr>
            <p:cNvPr id="172" name="사다리꼴 171">
              <a:extLst>
                <a:ext uri="{FF2B5EF4-FFF2-40B4-BE49-F238E27FC236}">
                  <a16:creationId xmlns:a16="http://schemas.microsoft.com/office/drawing/2014/main" id="{39186078-6F7C-E439-CB2B-E71C9DD2E351}"/>
                </a:ext>
              </a:extLst>
            </p:cNvPr>
            <p:cNvSpPr/>
            <p:nvPr/>
          </p:nvSpPr>
          <p:spPr>
            <a:xfrm rot="10800000">
              <a:off x="7950926" y="1639177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4" name="사다리꼴 173">
              <a:extLst>
                <a:ext uri="{FF2B5EF4-FFF2-40B4-BE49-F238E27FC236}">
                  <a16:creationId xmlns:a16="http://schemas.microsoft.com/office/drawing/2014/main" id="{675A320D-FA43-D8B1-F1D4-A11589ACFF9A}"/>
                </a:ext>
              </a:extLst>
            </p:cNvPr>
            <p:cNvSpPr/>
            <p:nvPr/>
          </p:nvSpPr>
          <p:spPr>
            <a:xfrm rot="15109144">
              <a:off x="9301312" y="2614294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B8E08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5" name="사다리꼴 174">
              <a:extLst>
                <a:ext uri="{FF2B5EF4-FFF2-40B4-BE49-F238E27FC236}">
                  <a16:creationId xmlns:a16="http://schemas.microsoft.com/office/drawing/2014/main" id="{B0F6D735-BF91-0682-0358-D77894FD5C5A}"/>
                </a:ext>
              </a:extLst>
            </p:cNvPr>
            <p:cNvSpPr/>
            <p:nvPr/>
          </p:nvSpPr>
          <p:spPr>
            <a:xfrm rot="6519232">
              <a:off x="6617061" y="2581095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6" name="사다리꼴 175">
              <a:extLst>
                <a:ext uri="{FF2B5EF4-FFF2-40B4-BE49-F238E27FC236}">
                  <a16:creationId xmlns:a16="http://schemas.microsoft.com/office/drawing/2014/main" id="{9620833E-0CE0-6C86-300C-74CEBC3E2CB5}"/>
                </a:ext>
              </a:extLst>
            </p:cNvPr>
            <p:cNvSpPr/>
            <p:nvPr/>
          </p:nvSpPr>
          <p:spPr>
            <a:xfrm rot="13065977">
              <a:off x="8785713" y="1921232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7" name="사다리꼴 176">
              <a:extLst>
                <a:ext uri="{FF2B5EF4-FFF2-40B4-BE49-F238E27FC236}">
                  <a16:creationId xmlns:a16="http://schemas.microsoft.com/office/drawing/2014/main" id="{4106E325-7295-32C4-3AAE-50D5A9BF18ED}"/>
                </a:ext>
              </a:extLst>
            </p:cNvPr>
            <p:cNvSpPr/>
            <p:nvPr/>
          </p:nvSpPr>
          <p:spPr>
            <a:xfrm rot="8669302">
              <a:off x="7124337" y="1892255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0" name="사다리꼴 179">
              <a:extLst>
                <a:ext uri="{FF2B5EF4-FFF2-40B4-BE49-F238E27FC236}">
                  <a16:creationId xmlns:a16="http://schemas.microsoft.com/office/drawing/2014/main" id="{BBC27269-253B-DE6D-47BA-C4CDCFF9C73C}"/>
                </a:ext>
              </a:extLst>
            </p:cNvPr>
            <p:cNvSpPr/>
            <p:nvPr/>
          </p:nvSpPr>
          <p:spPr>
            <a:xfrm rot="10800000" flipV="1">
              <a:off x="7967300" y="4458004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1" name="사다리꼴 180">
              <a:extLst>
                <a:ext uri="{FF2B5EF4-FFF2-40B4-BE49-F238E27FC236}">
                  <a16:creationId xmlns:a16="http://schemas.microsoft.com/office/drawing/2014/main" id="{CCEF4B1D-0D05-67A8-A220-03B104562FCC}"/>
                </a:ext>
              </a:extLst>
            </p:cNvPr>
            <p:cNvSpPr/>
            <p:nvPr/>
          </p:nvSpPr>
          <p:spPr>
            <a:xfrm rot="6490856" flipV="1">
              <a:off x="9317686" y="3482887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2" name="사다리꼴 181">
              <a:extLst>
                <a:ext uri="{FF2B5EF4-FFF2-40B4-BE49-F238E27FC236}">
                  <a16:creationId xmlns:a16="http://schemas.microsoft.com/office/drawing/2014/main" id="{625416D5-F282-EFB9-184B-2CD8A8E84B04}"/>
                </a:ext>
              </a:extLst>
            </p:cNvPr>
            <p:cNvSpPr/>
            <p:nvPr/>
          </p:nvSpPr>
          <p:spPr>
            <a:xfrm rot="15080768" flipV="1">
              <a:off x="6633435" y="3516086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9933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3" name="사다리꼴 182">
              <a:extLst>
                <a:ext uri="{FF2B5EF4-FFF2-40B4-BE49-F238E27FC236}">
                  <a16:creationId xmlns:a16="http://schemas.microsoft.com/office/drawing/2014/main" id="{8EA28A6A-27D8-7B82-3F19-B95EEC680911}"/>
                </a:ext>
              </a:extLst>
            </p:cNvPr>
            <p:cNvSpPr/>
            <p:nvPr/>
          </p:nvSpPr>
          <p:spPr>
            <a:xfrm rot="8534023" flipV="1">
              <a:off x="8802087" y="4175949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CCE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4" name="사다리꼴 183">
              <a:extLst>
                <a:ext uri="{FF2B5EF4-FFF2-40B4-BE49-F238E27FC236}">
                  <a16:creationId xmlns:a16="http://schemas.microsoft.com/office/drawing/2014/main" id="{47C25F7E-E932-0540-EDCE-46462ED361D3}"/>
                </a:ext>
              </a:extLst>
            </p:cNvPr>
            <p:cNvSpPr/>
            <p:nvPr/>
          </p:nvSpPr>
          <p:spPr>
            <a:xfrm rot="12930698" flipV="1">
              <a:off x="7140711" y="4204926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75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B15E45E0-ACC4-5A46-632F-382A6049F2D1}"/>
              </a:ext>
            </a:extLst>
          </p:cNvPr>
          <p:cNvSpPr txBox="1"/>
          <p:nvPr/>
        </p:nvSpPr>
        <p:spPr>
          <a:xfrm>
            <a:off x="7988063" y="1883816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 w="3175"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빨강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2CDCCE4D-B976-57D9-C1F8-945A82F72AD1}"/>
              </a:ext>
            </a:extLst>
          </p:cNvPr>
          <p:cNvSpPr txBox="1"/>
          <p:nvPr/>
        </p:nvSpPr>
        <p:spPr>
          <a:xfrm>
            <a:off x="8837315" y="2185453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노랑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49E67FD3-48FC-6CFE-4114-06CE86BC1235}"/>
              </a:ext>
            </a:extLst>
          </p:cNvPr>
          <p:cNvSpPr txBox="1"/>
          <p:nvPr/>
        </p:nvSpPr>
        <p:spPr>
          <a:xfrm>
            <a:off x="9359341" y="2900060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연두</a:t>
            </a:r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4ABC1B1E-4FD4-776A-5E1F-0AE3EB2ADF53}"/>
              </a:ext>
            </a:extLst>
          </p:cNvPr>
          <p:cNvSpPr/>
          <p:nvPr/>
        </p:nvSpPr>
        <p:spPr>
          <a:xfrm>
            <a:off x="7830104" y="2991468"/>
            <a:ext cx="905083" cy="90508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알 수 없음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34A6B5A-12C8-EAAB-1FD9-197E0BC1747C}"/>
              </a:ext>
            </a:extLst>
          </p:cNvPr>
          <p:cNvSpPr txBox="1"/>
          <p:nvPr/>
        </p:nvSpPr>
        <p:spPr>
          <a:xfrm>
            <a:off x="9359341" y="3736927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초록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7A57CEC-71C5-474B-36DB-42F7B0FFA1E4}"/>
              </a:ext>
            </a:extLst>
          </p:cNvPr>
          <p:cNvSpPr txBox="1"/>
          <p:nvPr/>
        </p:nvSpPr>
        <p:spPr>
          <a:xfrm>
            <a:off x="8837315" y="4450548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하늘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3A4B2BC-CC66-B891-4289-4440F018111E}"/>
              </a:ext>
            </a:extLst>
          </p:cNvPr>
          <p:cNvSpPr txBox="1"/>
          <p:nvPr/>
        </p:nvSpPr>
        <p:spPr>
          <a:xfrm>
            <a:off x="7984116" y="4689718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파랑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D716D3A-F57B-2DCF-AD6D-BC9F0561D28D}"/>
              </a:ext>
            </a:extLst>
          </p:cNvPr>
          <p:cNvSpPr txBox="1"/>
          <p:nvPr/>
        </p:nvSpPr>
        <p:spPr>
          <a:xfrm>
            <a:off x="6640278" y="3782754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보라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C4135728-A96E-72F2-FBAA-95F15BF63F99}"/>
              </a:ext>
            </a:extLst>
          </p:cNvPr>
          <p:cNvSpPr txBox="1"/>
          <p:nvPr/>
        </p:nvSpPr>
        <p:spPr>
          <a:xfrm>
            <a:off x="6640278" y="2879485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갈색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C83D4BBA-9B06-C0C0-A09D-F867A7CCF649}"/>
              </a:ext>
            </a:extLst>
          </p:cNvPr>
          <p:cNvSpPr txBox="1"/>
          <p:nvPr/>
        </p:nvSpPr>
        <p:spPr>
          <a:xfrm>
            <a:off x="7131753" y="2165669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주황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5919214-9E43-397B-DA04-964422580A9D}"/>
              </a:ext>
            </a:extLst>
          </p:cNvPr>
          <p:cNvSpPr txBox="1"/>
          <p:nvPr/>
        </p:nvSpPr>
        <p:spPr>
          <a:xfrm>
            <a:off x="7159565" y="4477792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핑크</a:t>
            </a:r>
          </a:p>
        </p:txBody>
      </p:sp>
      <p:sp>
        <p:nvSpPr>
          <p:cNvPr id="201" name="사다리꼴 200">
            <a:extLst>
              <a:ext uri="{FF2B5EF4-FFF2-40B4-BE49-F238E27FC236}">
                <a16:creationId xmlns:a16="http://schemas.microsoft.com/office/drawing/2014/main" id="{7C1B9EB7-D2A6-12FC-1066-FFBF70973924}"/>
              </a:ext>
            </a:extLst>
          </p:cNvPr>
          <p:cNvSpPr/>
          <p:nvPr/>
        </p:nvSpPr>
        <p:spPr>
          <a:xfrm rot="10800000">
            <a:off x="7856254" y="1580811"/>
            <a:ext cx="824551" cy="905082"/>
          </a:xfrm>
          <a:prstGeom prst="trapezoid">
            <a:avLst>
              <a:gd name="adj" fmla="val 1492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67CCE1A-51B8-FA33-7EEC-13114519BFC3}"/>
              </a:ext>
            </a:extLst>
          </p:cNvPr>
          <p:cNvGrpSpPr/>
          <p:nvPr/>
        </p:nvGrpSpPr>
        <p:grpSpPr>
          <a:xfrm>
            <a:off x="2595080" y="4198529"/>
            <a:ext cx="1078502" cy="1362800"/>
            <a:chOff x="2595080" y="4198529"/>
            <a:chExt cx="1078502" cy="13628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E194D9D-0CCC-E15F-454B-AA1FBE0B931D}"/>
                </a:ext>
              </a:extLst>
            </p:cNvPr>
            <p:cNvSpPr/>
            <p:nvPr/>
          </p:nvSpPr>
          <p:spPr>
            <a:xfrm>
              <a:off x="2595080" y="4198529"/>
              <a:ext cx="1078502" cy="13628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곱하기 기호 5">
              <a:extLst>
                <a:ext uri="{FF2B5EF4-FFF2-40B4-BE49-F238E27FC236}">
                  <a16:creationId xmlns:a16="http://schemas.microsoft.com/office/drawing/2014/main" id="{CC8415A8-2F1F-1FFC-56A8-14586444F403}"/>
                </a:ext>
              </a:extLst>
            </p:cNvPr>
            <p:cNvSpPr/>
            <p:nvPr/>
          </p:nvSpPr>
          <p:spPr>
            <a:xfrm>
              <a:off x="2710030" y="4477792"/>
              <a:ext cx="808189" cy="804041"/>
            </a:xfrm>
            <a:prstGeom prst="mathMultiply">
              <a:avLst>
                <a:gd name="adj1" fmla="val 1268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704003D5-B5D9-F5F5-CC2E-02BE712FA38F}"/>
              </a:ext>
            </a:extLst>
          </p:cNvPr>
          <p:cNvSpPr/>
          <p:nvPr/>
        </p:nvSpPr>
        <p:spPr>
          <a:xfrm>
            <a:off x="4250733" y="4840139"/>
            <a:ext cx="1095901" cy="428557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OFF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A4D89-C0A5-7AD8-A25A-1B621026CE04}"/>
              </a:ext>
            </a:extLst>
          </p:cNvPr>
          <p:cNvSpPr txBox="1"/>
          <p:nvPr/>
        </p:nvSpPr>
        <p:spPr>
          <a:xfrm>
            <a:off x="4062873" y="4521143"/>
            <a:ext cx="1434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+mj-lt"/>
              </a:rPr>
              <a:t>킬 활성화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8A50744-E6A3-E3C8-6867-D890B84FBE3D}"/>
              </a:ext>
            </a:extLst>
          </p:cNvPr>
          <p:cNvGrpSpPr/>
          <p:nvPr/>
        </p:nvGrpSpPr>
        <p:grpSpPr>
          <a:xfrm>
            <a:off x="1446238" y="1324060"/>
            <a:ext cx="1078502" cy="1362800"/>
            <a:chOff x="2595080" y="4198529"/>
            <a:chExt cx="1078502" cy="13628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6D368CE-EA3E-279A-9648-51930A8EFD15}"/>
                </a:ext>
              </a:extLst>
            </p:cNvPr>
            <p:cNvSpPr/>
            <p:nvPr/>
          </p:nvSpPr>
          <p:spPr>
            <a:xfrm>
              <a:off x="2595080" y="4198529"/>
              <a:ext cx="1078502" cy="13628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곱하기 기호 12">
              <a:extLst>
                <a:ext uri="{FF2B5EF4-FFF2-40B4-BE49-F238E27FC236}">
                  <a16:creationId xmlns:a16="http://schemas.microsoft.com/office/drawing/2014/main" id="{59B94680-C872-1C13-4008-FF352601104A}"/>
                </a:ext>
              </a:extLst>
            </p:cNvPr>
            <p:cNvSpPr/>
            <p:nvPr/>
          </p:nvSpPr>
          <p:spPr>
            <a:xfrm>
              <a:off x="2710030" y="4477792"/>
              <a:ext cx="808189" cy="804041"/>
            </a:xfrm>
            <a:prstGeom prst="mathMultiply">
              <a:avLst>
                <a:gd name="adj1" fmla="val 1268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2576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A94BC-AE6D-92FC-FAC0-14D9E4FC6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FCE6B2-C3FE-B4FF-28AC-2BB979DD86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344A11F4-B86B-E5AA-E25B-4F497330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설정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5BF4736-46F0-1B09-1CDB-7836E5B73A3D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E817B1F3-A2D9-281F-BB41-9E76D9908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17451"/>
              </p:ext>
            </p:extLst>
          </p:nvPr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4E4776CB-0A8E-1674-81C5-7C4E9FA2769A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71F0454-268C-AACE-45CB-F717482B6B8B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DCE0C518-C886-A931-F9F0-6EDD70EB002D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DD693D0B-78BB-2B6A-99B8-ADD6AA1C18C6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72821C32-1B58-4A5B-0AD4-55119A1170B0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F31F526D-AC81-91AE-EDB1-BB7EAC258B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F31F526D-AC81-91AE-EDB1-BB7EAC258B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BA7D73AF-14F4-77A0-A995-12922726729B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01C76195-8FDC-6ED9-2B59-B9E156683F63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01C76195-8FDC-6ED9-2B59-B9E156683F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46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C727B17E-03B0-2CF5-3260-7F67A2B6E1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77D1038-769B-EFFF-5557-769AF7A742D4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E250246-873D-7C55-336A-1BAB154C8623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57A80E5-1889-321C-05CE-0977184C0826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B934BA-120A-380F-42F1-966EC90F31CC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EB3D892-8093-A82B-F6B1-7B439A8A1013}"/>
              </a:ext>
            </a:extLst>
          </p:cNvPr>
          <p:cNvGrpSpPr/>
          <p:nvPr/>
        </p:nvGrpSpPr>
        <p:grpSpPr>
          <a:xfrm>
            <a:off x="3065417" y="1319622"/>
            <a:ext cx="6381614" cy="4422968"/>
            <a:chOff x="3065417" y="1319622"/>
            <a:chExt cx="6381614" cy="4422968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2CE02F30-717C-8495-4965-9615202299F0}"/>
                </a:ext>
              </a:extLst>
            </p:cNvPr>
            <p:cNvSpPr/>
            <p:nvPr/>
          </p:nvSpPr>
          <p:spPr>
            <a:xfrm>
              <a:off x="3065417" y="1319622"/>
              <a:ext cx="5956663" cy="4422968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82B5406-9C5D-EB14-91A0-A1B0F9F2F8FB}"/>
                </a:ext>
              </a:extLst>
            </p:cNvPr>
            <p:cNvSpPr/>
            <p:nvPr/>
          </p:nvSpPr>
          <p:spPr>
            <a:xfrm>
              <a:off x="3228475" y="5094549"/>
              <a:ext cx="1445622" cy="47026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게임나가기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7EB9B1D-C806-68BF-7885-5F61D4F6428E}"/>
                </a:ext>
              </a:extLst>
            </p:cNvPr>
            <p:cNvSpPr/>
            <p:nvPr/>
          </p:nvSpPr>
          <p:spPr>
            <a:xfrm>
              <a:off x="4844142" y="1476815"/>
              <a:ext cx="3972743" cy="408799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0D7E874-0373-6909-9CEE-A8CD1974B895}"/>
                </a:ext>
              </a:extLst>
            </p:cNvPr>
            <p:cNvSpPr/>
            <p:nvPr/>
          </p:nvSpPr>
          <p:spPr>
            <a:xfrm>
              <a:off x="3228475" y="1485524"/>
              <a:ext cx="1445622" cy="47026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그래픽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A314507-DFB3-9BF9-B6C2-4DC0AE8A4C55}"/>
                </a:ext>
              </a:extLst>
            </p:cNvPr>
            <p:cNvSpPr/>
            <p:nvPr/>
          </p:nvSpPr>
          <p:spPr>
            <a:xfrm>
              <a:off x="3228475" y="2127813"/>
              <a:ext cx="1445622" cy="47026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사운드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E130764-9020-10DD-5AED-A892FB6614EB}"/>
                </a:ext>
              </a:extLst>
            </p:cNvPr>
            <p:cNvSpPr/>
            <p:nvPr/>
          </p:nvSpPr>
          <p:spPr>
            <a:xfrm>
              <a:off x="3228475" y="2770102"/>
              <a:ext cx="1445622" cy="47026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게임 플레이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D36ED386-B03D-13BE-3FCC-2AFD2DC9BB0E}"/>
                </a:ext>
              </a:extLst>
            </p:cNvPr>
            <p:cNvGrpSpPr/>
            <p:nvPr/>
          </p:nvGrpSpPr>
          <p:grpSpPr>
            <a:xfrm>
              <a:off x="5077101" y="1637163"/>
              <a:ext cx="3399610" cy="338554"/>
              <a:chOff x="4981303" y="1565555"/>
              <a:chExt cx="3399610" cy="33855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4D8256-D726-6A2F-BBC3-A89B1CBDA8A2}"/>
                  </a:ext>
                </a:extLst>
              </p:cNvPr>
              <p:cNvSpPr txBox="1"/>
              <p:nvPr/>
            </p:nvSpPr>
            <p:spPr>
              <a:xfrm>
                <a:off x="4981303" y="1584960"/>
                <a:ext cx="12527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/>
                  <a:t>텍스처</a:t>
                </a: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DB91066D-01F3-D645-AF52-CF68E23F2413}"/>
                  </a:ext>
                </a:extLst>
              </p:cNvPr>
              <p:cNvSpPr/>
              <p:nvPr/>
            </p:nvSpPr>
            <p:spPr>
              <a:xfrm>
                <a:off x="6404064" y="1565555"/>
                <a:ext cx="1976849" cy="3385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&lt;,&gt;</a:t>
                </a:r>
                <a:r>
                  <a:rPr lang="ko-KR" altLang="en-US" sz="1400" dirty="0"/>
                  <a:t>선택 바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8244CC8-89A6-B773-3279-1F3CDE4CC117}"/>
                </a:ext>
              </a:extLst>
            </p:cNvPr>
            <p:cNvGrpSpPr/>
            <p:nvPr/>
          </p:nvGrpSpPr>
          <p:grpSpPr>
            <a:xfrm>
              <a:off x="5077101" y="2171357"/>
              <a:ext cx="3399610" cy="338554"/>
              <a:chOff x="4981303" y="1565555"/>
              <a:chExt cx="3399610" cy="33855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070BD9-BB1F-E83F-B868-63B03BA5D797}"/>
                  </a:ext>
                </a:extLst>
              </p:cNvPr>
              <p:cNvSpPr txBox="1"/>
              <p:nvPr/>
            </p:nvSpPr>
            <p:spPr>
              <a:xfrm>
                <a:off x="4981303" y="1584960"/>
                <a:ext cx="12527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/>
                  <a:t>그림자</a:t>
                </a: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BFFBF760-F291-8951-576E-A444CA06AAAB}"/>
                  </a:ext>
                </a:extLst>
              </p:cNvPr>
              <p:cNvSpPr/>
              <p:nvPr/>
            </p:nvSpPr>
            <p:spPr>
              <a:xfrm>
                <a:off x="6404064" y="1565555"/>
                <a:ext cx="1976849" cy="3385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&lt;,&gt;</a:t>
                </a:r>
                <a:r>
                  <a:rPr lang="ko-KR" altLang="en-US" sz="1400" dirty="0"/>
                  <a:t>선택 바</a:t>
                </a: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B40A5BBA-DA8B-D0E8-1ECE-C5311E802F7E}"/>
                </a:ext>
              </a:extLst>
            </p:cNvPr>
            <p:cNvGrpSpPr/>
            <p:nvPr/>
          </p:nvGrpSpPr>
          <p:grpSpPr>
            <a:xfrm>
              <a:off x="5077101" y="2696806"/>
              <a:ext cx="3399610" cy="338554"/>
              <a:chOff x="4981303" y="1565555"/>
              <a:chExt cx="3399610" cy="338554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B957139-A933-67A3-9C16-1A5B7BBB1ACF}"/>
                  </a:ext>
                </a:extLst>
              </p:cNvPr>
              <p:cNvSpPr txBox="1"/>
              <p:nvPr/>
            </p:nvSpPr>
            <p:spPr>
              <a:xfrm>
                <a:off x="4981303" y="1584960"/>
                <a:ext cx="12527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 err="1"/>
                  <a:t>안티앨리어싱</a:t>
                </a:r>
                <a:endParaRPr lang="ko-KR" altLang="en-US" sz="1400" b="1" dirty="0"/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00C58E05-7447-BD4C-2C56-4CD7C466BD0B}"/>
                  </a:ext>
                </a:extLst>
              </p:cNvPr>
              <p:cNvSpPr/>
              <p:nvPr/>
            </p:nvSpPr>
            <p:spPr>
              <a:xfrm>
                <a:off x="6404064" y="1565555"/>
                <a:ext cx="1976849" cy="3385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&lt;,&gt;</a:t>
                </a:r>
                <a:r>
                  <a:rPr lang="ko-KR" altLang="en-US" sz="1400" dirty="0"/>
                  <a:t>선택 바</a:t>
                </a: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4227A51-CD68-9787-BC14-1A6BD81BC3EC}"/>
                </a:ext>
              </a:extLst>
            </p:cNvPr>
            <p:cNvGrpSpPr/>
            <p:nvPr/>
          </p:nvGrpSpPr>
          <p:grpSpPr>
            <a:xfrm>
              <a:off x="5077101" y="3210427"/>
              <a:ext cx="3399610" cy="338554"/>
              <a:chOff x="4981303" y="1565555"/>
              <a:chExt cx="3399610" cy="338554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0F8354-CC63-331B-C8DC-30D4DBB3503A}"/>
                  </a:ext>
                </a:extLst>
              </p:cNvPr>
              <p:cNvSpPr txBox="1"/>
              <p:nvPr/>
            </p:nvSpPr>
            <p:spPr>
              <a:xfrm>
                <a:off x="4981303" y="1584960"/>
                <a:ext cx="12527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/>
                  <a:t>필터링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2A958152-4EBF-5EF3-F38A-D4D9741F30E6}"/>
                  </a:ext>
                </a:extLst>
              </p:cNvPr>
              <p:cNvSpPr/>
              <p:nvPr/>
            </p:nvSpPr>
            <p:spPr>
              <a:xfrm>
                <a:off x="6404064" y="1565555"/>
                <a:ext cx="1976849" cy="3385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&lt;,&gt;</a:t>
                </a:r>
                <a:r>
                  <a:rPr lang="ko-KR" altLang="en-US" sz="1400" dirty="0"/>
                  <a:t>선택 바</a:t>
                </a:r>
              </a:p>
            </p:txBody>
          </p:sp>
        </p:grp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072ECF0-FCC6-156A-CFA4-1E382AB56055}"/>
                </a:ext>
              </a:extLst>
            </p:cNvPr>
            <p:cNvSpPr/>
            <p:nvPr/>
          </p:nvSpPr>
          <p:spPr>
            <a:xfrm>
              <a:off x="9081271" y="1325233"/>
              <a:ext cx="365760" cy="34875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X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C4A0941-2077-EC90-5971-A00E25D1D747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743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26DF3-7A33-1F19-473D-3CCB8C9A4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D755D9-07C2-5802-2A22-F1A55BD766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9A7557C6-643D-F1BA-294D-EA90E619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설정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DC52933-8CD5-79B4-7C08-75568C05023F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8119EF2-68D9-B2E9-D3DA-1CE8F8B3ADEB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DBB67A2-6042-A5E5-0BEE-193408F6D48D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B3A78BD5-94D3-4EA6-379C-AB9C268A5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023596"/>
              </p:ext>
            </p:extLst>
          </p:nvPr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53" name="그룹 52">
            <a:extLst>
              <a:ext uri="{FF2B5EF4-FFF2-40B4-BE49-F238E27FC236}">
                <a16:creationId xmlns:a16="http://schemas.microsoft.com/office/drawing/2014/main" id="{7897DA68-5C56-7173-479C-4075329E4625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7AE35121-A571-36B1-A201-0707BA987329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BF2CA7A7-E2D8-E3A5-0434-F581DECD1285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15B780AA-0A12-2825-4F4B-2BFBC33176A9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61" name="타원 60">
                  <a:extLst>
                    <a:ext uri="{FF2B5EF4-FFF2-40B4-BE49-F238E27FC236}">
                      <a16:creationId xmlns:a16="http://schemas.microsoft.com/office/drawing/2014/main" id="{A299CB3D-9F95-6349-0E9E-C4984E9A131A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FB649079-B233-816E-7870-B8CF8397D5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FB649079-B233-816E-7870-B8CF8397D5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296FB692-A17E-BF5D-6284-E70EDBA9FDCA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2A2D7079-E6EF-63AD-D20A-07B8E265F052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2A2D7079-E6EF-63AD-D20A-07B8E265F0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58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793E4E98-8ABD-D606-D522-649205A33B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6A0826F-0807-F772-AFCB-6B1123FAF68A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AF126681-081C-7DF6-7AAA-438D56E7C99F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E81A43F-34E8-07FF-D9D2-F41C6841D5FC}"/>
              </a:ext>
            </a:extLst>
          </p:cNvPr>
          <p:cNvGrpSpPr/>
          <p:nvPr/>
        </p:nvGrpSpPr>
        <p:grpSpPr>
          <a:xfrm>
            <a:off x="3065417" y="1319622"/>
            <a:ext cx="6381614" cy="4422968"/>
            <a:chOff x="3065417" y="1319622"/>
            <a:chExt cx="6381614" cy="4422968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59B05A2A-B8A0-A641-4BD8-D2B52FA6093F}"/>
                </a:ext>
              </a:extLst>
            </p:cNvPr>
            <p:cNvSpPr/>
            <p:nvPr/>
          </p:nvSpPr>
          <p:spPr>
            <a:xfrm>
              <a:off x="3065417" y="1319622"/>
              <a:ext cx="5956663" cy="4422968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3D67D9E-8E9C-22F1-8F19-A36F75E89058}"/>
                </a:ext>
              </a:extLst>
            </p:cNvPr>
            <p:cNvSpPr/>
            <p:nvPr/>
          </p:nvSpPr>
          <p:spPr>
            <a:xfrm>
              <a:off x="3228475" y="5094549"/>
              <a:ext cx="1445622" cy="47026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게임나가기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39B086-3145-8A89-760B-9A201352FDBC}"/>
                </a:ext>
              </a:extLst>
            </p:cNvPr>
            <p:cNvSpPr/>
            <p:nvPr/>
          </p:nvSpPr>
          <p:spPr>
            <a:xfrm>
              <a:off x="4844142" y="1476815"/>
              <a:ext cx="3972743" cy="408799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28C75B7-4765-F9CD-B64E-0D9135381DC4}"/>
                </a:ext>
              </a:extLst>
            </p:cNvPr>
            <p:cNvSpPr/>
            <p:nvPr/>
          </p:nvSpPr>
          <p:spPr>
            <a:xfrm>
              <a:off x="9081271" y="1325233"/>
              <a:ext cx="365760" cy="34875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X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35AE3D4-231E-E79A-EB3C-5C616A788FE6}"/>
                </a:ext>
              </a:extLst>
            </p:cNvPr>
            <p:cNvSpPr/>
            <p:nvPr/>
          </p:nvSpPr>
          <p:spPr>
            <a:xfrm>
              <a:off x="3228475" y="1485524"/>
              <a:ext cx="1445622" cy="470263"/>
            </a:xfrm>
            <a:prstGeom prst="rect">
              <a:avLst/>
            </a:prstGeom>
            <a:solidFill>
              <a:srgbClr val="DCEA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그래픽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08EAA87-280E-600F-2578-02A410EC4933}"/>
                </a:ext>
              </a:extLst>
            </p:cNvPr>
            <p:cNvSpPr/>
            <p:nvPr/>
          </p:nvSpPr>
          <p:spPr>
            <a:xfrm>
              <a:off x="3228475" y="2127813"/>
              <a:ext cx="1445622" cy="47026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사운드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090FDFB8-BEC1-81A3-19B9-18AEA8FA8AC2}"/>
                </a:ext>
              </a:extLst>
            </p:cNvPr>
            <p:cNvGrpSpPr/>
            <p:nvPr/>
          </p:nvGrpSpPr>
          <p:grpSpPr>
            <a:xfrm>
              <a:off x="5077101" y="1584960"/>
              <a:ext cx="3431177" cy="699012"/>
              <a:chOff x="4981303" y="1584960"/>
              <a:chExt cx="3431177" cy="699012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88BFBE-DC1F-17DF-EDC1-6C6A4C867230}"/>
                  </a:ext>
                </a:extLst>
              </p:cNvPr>
              <p:cNvSpPr txBox="1"/>
              <p:nvPr/>
            </p:nvSpPr>
            <p:spPr>
              <a:xfrm>
                <a:off x="4981303" y="1584960"/>
                <a:ext cx="12527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 err="1"/>
                  <a:t>전체볼륨</a:t>
                </a:r>
                <a:endParaRPr lang="ko-KR" altLang="en-US" sz="1600" b="1" dirty="0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19F9D245-4966-9853-7318-421864A2D29A}"/>
                  </a:ext>
                </a:extLst>
              </p:cNvPr>
              <p:cNvSpPr/>
              <p:nvPr/>
            </p:nvSpPr>
            <p:spPr>
              <a:xfrm>
                <a:off x="5068389" y="1945418"/>
                <a:ext cx="3344091" cy="3385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 err="1"/>
                  <a:t>배경음</a:t>
                </a:r>
                <a:r>
                  <a:rPr lang="ko-KR" altLang="en-US" sz="1400" dirty="0"/>
                  <a:t> </a:t>
                </a:r>
                <a:r>
                  <a:rPr lang="ko-KR" altLang="en-US" sz="1400" dirty="0" err="1"/>
                  <a:t>조절바</a:t>
                </a:r>
                <a:endParaRPr lang="ko-KR" altLang="en-US" sz="1400" dirty="0"/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8F44DA2-806F-0B5D-7ADA-B21FAE3E9424}"/>
                </a:ext>
              </a:extLst>
            </p:cNvPr>
            <p:cNvGrpSpPr/>
            <p:nvPr/>
          </p:nvGrpSpPr>
          <p:grpSpPr>
            <a:xfrm>
              <a:off x="5077101" y="2539020"/>
              <a:ext cx="3431177" cy="699012"/>
              <a:chOff x="4981303" y="1584960"/>
              <a:chExt cx="3431177" cy="69901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D80D91-7443-55DB-48B8-AC235839ED2A}"/>
                  </a:ext>
                </a:extLst>
              </p:cNvPr>
              <p:cNvSpPr txBox="1"/>
              <p:nvPr/>
            </p:nvSpPr>
            <p:spPr>
              <a:xfrm>
                <a:off x="4981303" y="1584960"/>
                <a:ext cx="12527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b="1" dirty="0" err="1"/>
                  <a:t>배경음</a:t>
                </a:r>
                <a:endParaRPr lang="ko-KR" altLang="en-US" sz="1200" b="1" dirty="0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EF09BE9B-73F1-6F3C-636D-5527737FC335}"/>
                  </a:ext>
                </a:extLst>
              </p:cNvPr>
              <p:cNvSpPr/>
              <p:nvPr/>
            </p:nvSpPr>
            <p:spPr>
              <a:xfrm>
                <a:off x="5068389" y="1945418"/>
                <a:ext cx="3344091" cy="3385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 err="1"/>
                  <a:t>배경음</a:t>
                </a:r>
                <a:r>
                  <a:rPr lang="ko-KR" altLang="en-US" sz="1400" dirty="0"/>
                  <a:t> </a:t>
                </a:r>
                <a:r>
                  <a:rPr lang="ko-KR" altLang="en-US" sz="1400" dirty="0" err="1"/>
                  <a:t>조절바</a:t>
                </a:r>
                <a:endParaRPr lang="ko-KR" altLang="en-US" sz="1400" dirty="0"/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7C271E9A-BA07-ACEB-C71A-3838A4B3CDAA}"/>
                </a:ext>
              </a:extLst>
            </p:cNvPr>
            <p:cNvGrpSpPr/>
            <p:nvPr/>
          </p:nvGrpSpPr>
          <p:grpSpPr>
            <a:xfrm>
              <a:off x="5077101" y="3507378"/>
              <a:ext cx="3431177" cy="699012"/>
              <a:chOff x="4981303" y="1584960"/>
              <a:chExt cx="3431177" cy="699012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1FA4CFB-C995-B5C0-9D35-BA1BFD2FFCE8}"/>
                  </a:ext>
                </a:extLst>
              </p:cNvPr>
              <p:cNvSpPr txBox="1"/>
              <p:nvPr/>
            </p:nvSpPr>
            <p:spPr>
              <a:xfrm>
                <a:off x="4981303" y="1584960"/>
                <a:ext cx="12527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/>
                  <a:t>효과음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57FB8139-31DF-8405-BFA9-3F8A421EA1C2}"/>
                  </a:ext>
                </a:extLst>
              </p:cNvPr>
              <p:cNvSpPr/>
              <p:nvPr/>
            </p:nvSpPr>
            <p:spPr>
              <a:xfrm>
                <a:off x="5068389" y="1945418"/>
                <a:ext cx="3344091" cy="3385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 err="1"/>
                  <a:t>배경음</a:t>
                </a:r>
                <a:r>
                  <a:rPr lang="ko-KR" altLang="en-US" sz="1400" dirty="0"/>
                  <a:t> </a:t>
                </a:r>
                <a:r>
                  <a:rPr lang="ko-KR" altLang="en-US" sz="1400" dirty="0" err="1"/>
                  <a:t>조절바</a:t>
                </a:r>
                <a:endParaRPr lang="ko-KR" altLang="en-US" sz="1400" dirty="0"/>
              </a:p>
            </p:txBody>
          </p:sp>
        </p:grp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072DF84-221E-8D09-FC2A-58F8381259C3}"/>
                </a:ext>
              </a:extLst>
            </p:cNvPr>
            <p:cNvSpPr/>
            <p:nvPr/>
          </p:nvSpPr>
          <p:spPr>
            <a:xfrm>
              <a:off x="3228475" y="2770102"/>
              <a:ext cx="1445622" cy="47026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게임 플레이</a:t>
              </a: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550DCDC-84CE-FE6D-424C-2F9B47879F3A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234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1DC73-57FD-D8BA-06D0-E2CDAB741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5547DB-E559-F5D5-C64F-F8DEDFE064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4DE04E51-12D6-3AD7-0F3F-884E91F37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설정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BD7EAF-3C62-8CDF-AF2D-1A7C819C1AA4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CCC0D5E-25DC-FA7C-39C7-C83D80D28E38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721F802-952A-A01D-281D-725C6FB87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511373"/>
              </p:ext>
            </p:extLst>
          </p:nvPr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00720648-9D57-0B6F-64D5-F31EEB9B50B4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4344298B-3666-5187-B8BA-04615B1ECD1A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94EFA16C-0461-58E5-9338-6F45AEE7328B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E05BF70F-47A9-4667-05F2-9199D2F93C80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7837358D-22CD-EB7F-4E3A-459714802369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42B3BD4A-40BA-5D19-A707-B6F61D5423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42B3BD4A-40BA-5D19-A707-B6F61D54231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71DBD8F-EE81-FF0F-E896-6CCA6382F9EC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6B2A631-071F-498A-61DB-926A5D0F590C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6B2A631-071F-498A-61DB-926A5D0F59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7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4B642C66-E821-CA33-00D8-D57CD757ED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18D06ED-25ED-6E7B-4FEE-0F3AAE51BF89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691F2E9-717E-FF1C-90E9-B12EFCBDD1F2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94A3EC-FBFB-18D8-F1DB-A08EAF5246BB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57DF98A-E87D-F6C9-8215-50A618DA4151}"/>
              </a:ext>
            </a:extLst>
          </p:cNvPr>
          <p:cNvGrpSpPr/>
          <p:nvPr/>
        </p:nvGrpSpPr>
        <p:grpSpPr>
          <a:xfrm>
            <a:off x="3065417" y="1319622"/>
            <a:ext cx="6381614" cy="4422968"/>
            <a:chOff x="3065417" y="1319622"/>
            <a:chExt cx="6381614" cy="4422968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2B2EF55F-6ADB-B640-D12B-E9AE8114A6AD}"/>
                </a:ext>
              </a:extLst>
            </p:cNvPr>
            <p:cNvSpPr/>
            <p:nvPr/>
          </p:nvSpPr>
          <p:spPr>
            <a:xfrm>
              <a:off x="3065417" y="1319622"/>
              <a:ext cx="5956663" cy="4422968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0C1E3C3-ADF1-EECD-25C9-852DA392F7AA}"/>
                </a:ext>
              </a:extLst>
            </p:cNvPr>
            <p:cNvSpPr/>
            <p:nvPr/>
          </p:nvSpPr>
          <p:spPr>
            <a:xfrm>
              <a:off x="3228475" y="5094549"/>
              <a:ext cx="1445622" cy="47026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게임나가기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1B29C82-B417-ADA0-153D-30500A8DDACE}"/>
                </a:ext>
              </a:extLst>
            </p:cNvPr>
            <p:cNvSpPr/>
            <p:nvPr/>
          </p:nvSpPr>
          <p:spPr>
            <a:xfrm>
              <a:off x="4844142" y="1476815"/>
              <a:ext cx="3972743" cy="408799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B707420-92B6-CF27-D373-1D65E1576A53}"/>
                </a:ext>
              </a:extLst>
            </p:cNvPr>
            <p:cNvSpPr/>
            <p:nvPr/>
          </p:nvSpPr>
          <p:spPr>
            <a:xfrm>
              <a:off x="9081271" y="1325233"/>
              <a:ext cx="365760" cy="34875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X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0301FA3-1D45-BA54-4D4D-11D539607B9A}"/>
                </a:ext>
              </a:extLst>
            </p:cNvPr>
            <p:cNvSpPr/>
            <p:nvPr/>
          </p:nvSpPr>
          <p:spPr>
            <a:xfrm>
              <a:off x="3228475" y="1485524"/>
              <a:ext cx="1445622" cy="470263"/>
            </a:xfrm>
            <a:prstGeom prst="rect">
              <a:avLst/>
            </a:prstGeom>
            <a:solidFill>
              <a:srgbClr val="DCEA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그래픽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4DBFAA5-5274-8360-E207-08DAEFDAE9CF}"/>
                </a:ext>
              </a:extLst>
            </p:cNvPr>
            <p:cNvSpPr/>
            <p:nvPr/>
          </p:nvSpPr>
          <p:spPr>
            <a:xfrm>
              <a:off x="3228475" y="2127813"/>
              <a:ext cx="1445622" cy="47026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사운드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357F05B-911A-E6EF-531E-C80FA25032EB}"/>
                </a:ext>
              </a:extLst>
            </p:cNvPr>
            <p:cNvSpPr/>
            <p:nvPr/>
          </p:nvSpPr>
          <p:spPr>
            <a:xfrm>
              <a:off x="3228475" y="2770102"/>
              <a:ext cx="1445622" cy="47026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게임 플레이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457F0CB-B766-D997-7162-72403262EFD4}"/>
                </a:ext>
              </a:extLst>
            </p:cNvPr>
            <p:cNvSpPr txBox="1"/>
            <p:nvPr/>
          </p:nvSpPr>
          <p:spPr>
            <a:xfrm>
              <a:off x="5053805" y="1724468"/>
              <a:ext cx="14247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피 공포증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D9798BC-DB9E-5FA2-123B-658CAAF8D230}"/>
                </a:ext>
              </a:extLst>
            </p:cNvPr>
            <p:cNvSpPr/>
            <p:nvPr/>
          </p:nvSpPr>
          <p:spPr>
            <a:xfrm>
              <a:off x="6984275" y="1685807"/>
              <a:ext cx="1613058" cy="3464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YES or NO </a:t>
              </a:r>
              <a:r>
                <a:rPr lang="ko-KR" altLang="en-US" sz="1400" dirty="0"/>
                <a:t>바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00ADF7-837F-6D96-7522-334AF58EF951}"/>
                </a:ext>
              </a:extLst>
            </p:cNvPr>
            <p:cNvSpPr txBox="1"/>
            <p:nvPr/>
          </p:nvSpPr>
          <p:spPr>
            <a:xfrm>
              <a:off x="5053804" y="2290299"/>
              <a:ext cx="14247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장기 공포증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8E66835-8AA3-297A-18E6-8377B4ACE4E9}"/>
                </a:ext>
              </a:extLst>
            </p:cNvPr>
            <p:cNvSpPr/>
            <p:nvPr/>
          </p:nvSpPr>
          <p:spPr>
            <a:xfrm>
              <a:off x="6984275" y="2258655"/>
              <a:ext cx="1613058" cy="3464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YES or NO </a:t>
              </a:r>
              <a:r>
                <a:rPr lang="ko-KR" altLang="en-US" sz="1400" dirty="0"/>
                <a:t>바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DF3872C-DAE9-41DB-E7C7-6C8B01DB722F}"/>
                </a:ext>
              </a:extLst>
            </p:cNvPr>
            <p:cNvSpPr txBox="1"/>
            <p:nvPr/>
          </p:nvSpPr>
          <p:spPr>
            <a:xfrm>
              <a:off x="5053804" y="2867579"/>
              <a:ext cx="17824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색 글자 표시 모드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A2666BF-943B-793A-6F8D-79159D75CE0A}"/>
                </a:ext>
              </a:extLst>
            </p:cNvPr>
            <p:cNvSpPr/>
            <p:nvPr/>
          </p:nvSpPr>
          <p:spPr>
            <a:xfrm>
              <a:off x="6984275" y="2848248"/>
              <a:ext cx="1613058" cy="3464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YES or NO </a:t>
              </a:r>
              <a:r>
                <a:rPr lang="ko-KR" altLang="en-US" sz="1400" dirty="0"/>
                <a:t>바</a:t>
              </a: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4FBD961-6582-FE27-3183-F43648DA76BB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312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7EF2-972B-7B19-8CCE-690A3E116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DC70CD3-BE33-B5A6-172E-B7CED31586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2" t="20772" r="19918" b="21202"/>
          <a:stretch>
            <a:fillRect/>
          </a:stretch>
        </p:blipFill>
        <p:spPr>
          <a:xfrm>
            <a:off x="283470" y="727846"/>
            <a:ext cx="11590223" cy="553366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C5EA44AB-C172-C147-DE52-8E26070F9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 err="1"/>
              <a:t>인게임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설정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2548D2-F4FB-7171-4433-C14FF4EF7ED6}"/>
              </a:ext>
            </a:extLst>
          </p:cNvPr>
          <p:cNvSpPr/>
          <p:nvPr/>
        </p:nvSpPr>
        <p:spPr>
          <a:xfrm>
            <a:off x="567143" y="425548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132345A-3BCD-6070-49D6-47FE8EAABA91}"/>
              </a:ext>
            </a:extLst>
          </p:cNvPr>
          <p:cNvSpPr/>
          <p:nvPr/>
        </p:nvSpPr>
        <p:spPr>
          <a:xfrm>
            <a:off x="10431506" y="4897557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2DF2147-5EE0-0FCA-BAAF-72464CB17B2D}"/>
              </a:ext>
            </a:extLst>
          </p:cNvPr>
          <p:cNvSpPr/>
          <p:nvPr/>
        </p:nvSpPr>
        <p:spPr>
          <a:xfrm>
            <a:off x="10796994" y="976714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00D834-4C07-8685-9EEA-9BCD3E1E1D7C}"/>
              </a:ext>
            </a:extLst>
          </p:cNvPr>
          <p:cNvSpPr/>
          <p:nvPr/>
        </p:nvSpPr>
        <p:spPr>
          <a:xfrm>
            <a:off x="10796994" y="1743389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추리</a:t>
            </a:r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ABB172C8-452A-7411-B0EC-51CBEE80F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951622"/>
              </p:ext>
            </p:extLst>
          </p:nvPr>
        </p:nvGraphicFramePr>
        <p:xfrm>
          <a:off x="567142" y="833910"/>
          <a:ext cx="50145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451">
                  <a:extLst>
                    <a:ext uri="{9D8B030D-6E8A-4147-A177-3AD203B41FA5}">
                      <a16:colId xmlns:a16="http://schemas.microsoft.com/office/drawing/2014/main" val="25760032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4231501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67876623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1241025716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511385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546089594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385217372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4252657750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040859303"/>
                    </a:ext>
                  </a:extLst>
                </a:gridCol>
                <a:gridCol w="501451">
                  <a:extLst>
                    <a:ext uri="{9D8B030D-6E8A-4147-A177-3AD203B41FA5}">
                      <a16:colId xmlns:a16="http://schemas.microsoft.com/office/drawing/2014/main" val="285118699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22843"/>
                  </a:ext>
                </a:extLst>
              </a:tr>
            </a:tbl>
          </a:graphicData>
        </a:graphic>
      </p:graphicFrame>
      <p:grpSp>
        <p:nvGrpSpPr>
          <p:cNvPr id="66" name="그룹 65">
            <a:extLst>
              <a:ext uri="{FF2B5EF4-FFF2-40B4-BE49-F238E27FC236}">
                <a16:creationId xmlns:a16="http://schemas.microsoft.com/office/drawing/2014/main" id="{DCDEC240-6090-7125-2C15-3F0C4891ACA0}"/>
              </a:ext>
            </a:extLst>
          </p:cNvPr>
          <p:cNvGrpSpPr/>
          <p:nvPr/>
        </p:nvGrpSpPr>
        <p:grpSpPr>
          <a:xfrm>
            <a:off x="557618" y="814858"/>
            <a:ext cx="2921726" cy="2201045"/>
            <a:chOff x="557618" y="814858"/>
            <a:chExt cx="2921726" cy="2201045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EA0DB10F-6684-34A4-3855-4C44F8178AB8}"/>
                </a:ext>
              </a:extLst>
            </p:cNvPr>
            <p:cNvGrpSpPr/>
            <p:nvPr/>
          </p:nvGrpSpPr>
          <p:grpSpPr>
            <a:xfrm>
              <a:off x="557618" y="1253126"/>
              <a:ext cx="2757353" cy="1759244"/>
              <a:chOff x="557618" y="1253126"/>
              <a:chExt cx="2757353" cy="1759244"/>
            </a:xfrm>
          </p:grpSpPr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1F85924B-95A3-EC30-C6BD-D8394F7C0509}"/>
                  </a:ext>
                </a:extLst>
              </p:cNvPr>
              <p:cNvSpPr/>
              <p:nvPr/>
            </p:nvSpPr>
            <p:spPr>
              <a:xfrm>
                <a:off x="557618" y="1253126"/>
                <a:ext cx="2757353" cy="1243963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장난감 정리하기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종이접기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트로피 청소하기</a:t>
                </a:r>
                <a:endParaRPr lang="en-US" altLang="ko-KR" sz="1200" dirty="0">
                  <a:ln w="3175">
                    <a:noFill/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 err="1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고문실</a:t>
                </a:r>
                <a:r>
                  <a:rPr lang="ko-KR" altLang="en-US" sz="1200" dirty="0">
                    <a:ln w="3175">
                      <a:noFill/>
                    </a:ln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혈흔 지우기</a:t>
                </a:r>
              </a:p>
            </p:txBody>
          </p:sp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95144FD0-9BBB-D64F-E62B-A6A5B5E040FB}"/>
                  </a:ext>
                </a:extLst>
              </p:cNvPr>
              <p:cNvGrpSpPr/>
              <p:nvPr/>
            </p:nvGrpSpPr>
            <p:grpSpPr>
              <a:xfrm>
                <a:off x="557618" y="2550705"/>
                <a:ext cx="1219199" cy="461665"/>
                <a:chOff x="557618" y="2550705"/>
                <a:chExt cx="1219199" cy="461665"/>
              </a:xfrm>
            </p:grpSpPr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ECBBE026-E798-DC33-DBB0-A48A105EC57F}"/>
                    </a:ext>
                  </a:extLst>
                </p:cNvPr>
                <p:cNvSpPr/>
                <p:nvPr/>
              </p:nvSpPr>
              <p:spPr>
                <a:xfrm>
                  <a:off x="557618" y="2590344"/>
                  <a:ext cx="378481" cy="378481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TextBox 74">
                      <a:extLst>
                        <a:ext uri="{FF2B5EF4-FFF2-40B4-BE49-F238E27FC236}">
                          <a16:creationId xmlns:a16="http://schemas.microsoft.com/office/drawing/2014/main" id="{A44AA85D-03D7-276A-6CAC-0173506DDA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400" b="1" i="1" smtClean="0">
                              <a:ln>
                                <a:solidFill>
                                  <a:schemeClr val="bg1"/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altLang="ko-KR" sz="2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75" name="TextBox 74">
                      <a:extLst>
                        <a:ext uri="{FF2B5EF4-FFF2-40B4-BE49-F238E27FC236}">
                          <a16:creationId xmlns:a16="http://schemas.microsoft.com/office/drawing/2014/main" id="{A44AA85D-03D7-276A-6CAC-0173506DDAD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6098" y="2550705"/>
                      <a:ext cx="840719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7790EE9B-A230-A653-CDFB-2D287B4DAAFE}"/>
                </a:ext>
              </a:extLst>
            </p:cNvPr>
            <p:cNvGrpSpPr/>
            <p:nvPr/>
          </p:nvGrpSpPr>
          <p:grpSpPr>
            <a:xfrm>
              <a:off x="2206746" y="2550705"/>
              <a:ext cx="1272598" cy="465198"/>
              <a:chOff x="2206746" y="2550705"/>
              <a:chExt cx="1272598" cy="4651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AF85E14F-9A40-8428-DD1C-E729721A6507}"/>
                      </a:ext>
                    </a:extLst>
                  </p:cNvPr>
                  <p:cNvSpPr txBox="1"/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altLang="ko-KR" sz="24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a typeface="Cambria Math" panose="02040503050406030204" pitchFamily="18" charset="0"/>
                      </a:rPr>
                      <a:t> 2</a:t>
                    </a: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AF85E14F-9A40-8428-DD1C-E729721A65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8625" y="2554238"/>
                    <a:ext cx="84071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71" name="Picture 2" descr="페인트 브러시 - 무료 미술개 아이콘">
                <a:extLst>
                  <a:ext uri="{FF2B5EF4-FFF2-40B4-BE49-F238E27FC236}">
                    <a16:creationId xmlns:a16="http://schemas.microsoft.com/office/drawing/2014/main" id="{2FF7118C-B690-E39F-26A1-6729B97507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746" y="2550705"/>
                <a:ext cx="464447" cy="464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5236BB3-A8A6-F3D5-8835-5EB0F840967F}"/>
                </a:ext>
              </a:extLst>
            </p:cNvPr>
            <p:cNvSpPr txBox="1"/>
            <p:nvPr/>
          </p:nvSpPr>
          <p:spPr>
            <a:xfrm>
              <a:off x="586194" y="814858"/>
              <a:ext cx="2176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400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색칠된 오브젝트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E73FC4E-2C09-E92D-823F-FB92620DD3E2}"/>
              </a:ext>
            </a:extLst>
          </p:cNvPr>
          <p:cNvGrpSpPr/>
          <p:nvPr/>
        </p:nvGrpSpPr>
        <p:grpSpPr>
          <a:xfrm>
            <a:off x="3065417" y="1319622"/>
            <a:ext cx="6381614" cy="4422968"/>
            <a:chOff x="3065417" y="1319622"/>
            <a:chExt cx="6381614" cy="4422968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AEE1129-4696-3EF5-D060-70E59868466D}"/>
                </a:ext>
              </a:extLst>
            </p:cNvPr>
            <p:cNvSpPr/>
            <p:nvPr/>
          </p:nvSpPr>
          <p:spPr>
            <a:xfrm>
              <a:off x="3065417" y="1319622"/>
              <a:ext cx="5956663" cy="4422968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E035357-A2B6-26D6-1834-E9B5567805D8}"/>
                </a:ext>
              </a:extLst>
            </p:cNvPr>
            <p:cNvSpPr/>
            <p:nvPr/>
          </p:nvSpPr>
          <p:spPr>
            <a:xfrm>
              <a:off x="3228475" y="5094549"/>
              <a:ext cx="1445622" cy="47026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게임나가기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BC1539C-B3A4-2868-64EC-1AD889EA3519}"/>
                </a:ext>
              </a:extLst>
            </p:cNvPr>
            <p:cNvSpPr/>
            <p:nvPr/>
          </p:nvSpPr>
          <p:spPr>
            <a:xfrm>
              <a:off x="4844142" y="1476815"/>
              <a:ext cx="3972743" cy="408799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D5D82B8-2D44-DE89-4779-67A15803B89F}"/>
                </a:ext>
              </a:extLst>
            </p:cNvPr>
            <p:cNvSpPr/>
            <p:nvPr/>
          </p:nvSpPr>
          <p:spPr>
            <a:xfrm>
              <a:off x="9081271" y="1325233"/>
              <a:ext cx="365760" cy="34875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X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416E042-0778-0C26-CFF7-61FBE5636125}"/>
                </a:ext>
              </a:extLst>
            </p:cNvPr>
            <p:cNvSpPr/>
            <p:nvPr/>
          </p:nvSpPr>
          <p:spPr>
            <a:xfrm>
              <a:off x="3228475" y="1485524"/>
              <a:ext cx="1445622" cy="470263"/>
            </a:xfrm>
            <a:prstGeom prst="rect">
              <a:avLst/>
            </a:prstGeom>
            <a:solidFill>
              <a:srgbClr val="DCEA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그래픽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6C67D5C-69C8-EAA1-6426-335DE1B94F7F}"/>
                </a:ext>
              </a:extLst>
            </p:cNvPr>
            <p:cNvSpPr/>
            <p:nvPr/>
          </p:nvSpPr>
          <p:spPr>
            <a:xfrm>
              <a:off x="3228475" y="2127813"/>
              <a:ext cx="1445622" cy="47026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사운드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6867C4DC-884A-38CD-DF03-5AA7EC95A519}"/>
                </a:ext>
              </a:extLst>
            </p:cNvPr>
            <p:cNvSpPr/>
            <p:nvPr/>
          </p:nvSpPr>
          <p:spPr>
            <a:xfrm>
              <a:off x="3228475" y="2770102"/>
              <a:ext cx="1445622" cy="47026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게임 플레이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E57428-E135-25FB-69B1-89602588F768}"/>
                </a:ext>
              </a:extLst>
            </p:cNvPr>
            <p:cNvSpPr txBox="1"/>
            <p:nvPr/>
          </p:nvSpPr>
          <p:spPr>
            <a:xfrm>
              <a:off x="5053805" y="1724468"/>
              <a:ext cx="14247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피 공포증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53524BC-F86D-49B1-E4FF-44F607BD7766}"/>
                </a:ext>
              </a:extLst>
            </p:cNvPr>
            <p:cNvSpPr/>
            <p:nvPr/>
          </p:nvSpPr>
          <p:spPr>
            <a:xfrm>
              <a:off x="6984275" y="1685807"/>
              <a:ext cx="1613058" cy="3464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YES or NO </a:t>
              </a:r>
              <a:r>
                <a:rPr lang="ko-KR" altLang="en-US" sz="1400" dirty="0"/>
                <a:t>바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C4DCA6D-0CA1-4F6F-75ED-93A1C0585936}"/>
                </a:ext>
              </a:extLst>
            </p:cNvPr>
            <p:cNvSpPr txBox="1"/>
            <p:nvPr/>
          </p:nvSpPr>
          <p:spPr>
            <a:xfrm>
              <a:off x="5053804" y="2290299"/>
              <a:ext cx="14247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장기 공포증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6EF8A37-92E0-40EB-1D72-802E1EF784EB}"/>
                </a:ext>
              </a:extLst>
            </p:cNvPr>
            <p:cNvSpPr/>
            <p:nvPr/>
          </p:nvSpPr>
          <p:spPr>
            <a:xfrm>
              <a:off x="6984275" y="2258655"/>
              <a:ext cx="1613058" cy="3464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YES or NO </a:t>
              </a:r>
              <a:r>
                <a:rPr lang="ko-KR" altLang="en-US" sz="1400" dirty="0"/>
                <a:t>바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9443ECD-0FB7-6AB4-6E0F-F1CE017D6174}"/>
                </a:ext>
              </a:extLst>
            </p:cNvPr>
            <p:cNvSpPr txBox="1"/>
            <p:nvPr/>
          </p:nvSpPr>
          <p:spPr>
            <a:xfrm>
              <a:off x="5053804" y="2867579"/>
              <a:ext cx="17824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색 글자 표시 모드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76AEF19-D56A-4B00-5DC9-E7169987B5EF}"/>
                </a:ext>
              </a:extLst>
            </p:cNvPr>
            <p:cNvSpPr/>
            <p:nvPr/>
          </p:nvSpPr>
          <p:spPr>
            <a:xfrm>
              <a:off x="6984275" y="2848248"/>
              <a:ext cx="1613058" cy="3464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YES or NO </a:t>
              </a:r>
              <a:r>
                <a:rPr lang="ko-KR" altLang="en-US" sz="1400" dirty="0"/>
                <a:t>바</a:t>
              </a: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899255B-DED3-0BE2-F124-5BFAB0C7387C}"/>
              </a:ext>
            </a:extLst>
          </p:cNvPr>
          <p:cNvSpPr/>
          <p:nvPr/>
        </p:nvSpPr>
        <p:spPr>
          <a:xfrm>
            <a:off x="10431506" y="3564995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BA8165A-4B1C-17AA-F04B-142A6EF92794}"/>
              </a:ext>
            </a:extLst>
          </p:cNvPr>
          <p:cNvSpPr/>
          <p:nvPr/>
        </p:nvSpPr>
        <p:spPr>
          <a:xfrm>
            <a:off x="296261" y="718526"/>
            <a:ext cx="11590223" cy="5533667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660A482-CD82-033D-048C-6978C9CF1268}"/>
              </a:ext>
            </a:extLst>
          </p:cNvPr>
          <p:cNvGrpSpPr/>
          <p:nvPr/>
        </p:nvGrpSpPr>
        <p:grpSpPr>
          <a:xfrm>
            <a:off x="283470" y="2631063"/>
            <a:ext cx="11590223" cy="1602855"/>
            <a:chOff x="283470" y="2160801"/>
            <a:chExt cx="11590223" cy="1602855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624DF06-3A47-2BA9-A223-CFCD73324279}"/>
                </a:ext>
              </a:extLst>
            </p:cNvPr>
            <p:cNvSpPr/>
            <p:nvPr/>
          </p:nvSpPr>
          <p:spPr>
            <a:xfrm>
              <a:off x="283470" y="2160801"/>
              <a:ext cx="11590223" cy="1602855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</a:rPr>
                <a:t>게임을 나갑니까</a:t>
              </a:r>
              <a:r>
                <a:rPr lang="en-US" altLang="ko-KR" dirty="0">
                  <a:solidFill>
                    <a:sysClr val="windowText" lastClr="000000"/>
                  </a:solidFill>
                </a:rPr>
                <a:t>?</a:t>
              </a:r>
            </a:p>
            <a:p>
              <a:pPr algn="ctr"/>
              <a:endParaRPr lang="en-US" altLang="ko-KR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B7EEEF5-3E74-79E1-6683-5CC4C3F7677D}"/>
                </a:ext>
              </a:extLst>
            </p:cNvPr>
            <p:cNvSpPr/>
            <p:nvPr/>
          </p:nvSpPr>
          <p:spPr>
            <a:xfrm>
              <a:off x="3790515" y="3072248"/>
              <a:ext cx="1393372" cy="49347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</a:rPr>
                <a:t>나가기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B8CD536F-2A9C-7065-43EA-13BDCA7609B4}"/>
                </a:ext>
              </a:extLst>
            </p:cNvPr>
            <p:cNvSpPr/>
            <p:nvPr/>
          </p:nvSpPr>
          <p:spPr>
            <a:xfrm>
              <a:off x="6961618" y="3073365"/>
              <a:ext cx="1393372" cy="49347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</a:rPr>
                <a:t>취소하기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6205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2F2C7-8BA3-4F9E-BC18-F37F742ED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0DE417-A30E-966A-024A-89D75859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신고 </a:t>
            </a:r>
            <a:r>
              <a:rPr lang="en-US" altLang="ko-KR" sz="2800" dirty="0"/>
              <a:t>– </a:t>
            </a:r>
            <a:r>
              <a:rPr lang="ko-KR" altLang="en-US" sz="2800" dirty="0"/>
              <a:t>설정</a:t>
            </a: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4BD461E4-F8A3-3D66-F78D-4C483396397C}"/>
              </a:ext>
            </a:extLst>
          </p:cNvPr>
          <p:cNvSpPr/>
          <p:nvPr/>
        </p:nvSpPr>
        <p:spPr>
          <a:xfrm>
            <a:off x="283469" y="727845"/>
            <a:ext cx="11590223" cy="5533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123075A0-A622-C6AE-2B54-AECB30E0E6C6}"/>
              </a:ext>
            </a:extLst>
          </p:cNvPr>
          <p:cNvSpPr/>
          <p:nvPr/>
        </p:nvSpPr>
        <p:spPr>
          <a:xfrm>
            <a:off x="10875917" y="973585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4734E70A-BDD0-84A6-EA5B-30E38EA6DA08}"/>
              </a:ext>
            </a:extLst>
          </p:cNvPr>
          <p:cNvSpPr/>
          <p:nvPr/>
        </p:nvSpPr>
        <p:spPr>
          <a:xfrm>
            <a:off x="10875917" y="21278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컬러피커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885224B3-01F3-0768-A037-479373C933D4}"/>
              </a:ext>
            </a:extLst>
          </p:cNvPr>
          <p:cNvSpPr/>
          <p:nvPr/>
        </p:nvSpPr>
        <p:spPr>
          <a:xfrm>
            <a:off x="10875917" y="31565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8ADC135A-9840-8F21-7D8F-EA3F478F3C33}"/>
              </a:ext>
            </a:extLst>
          </p:cNvPr>
          <p:cNvSpPr/>
          <p:nvPr/>
        </p:nvSpPr>
        <p:spPr>
          <a:xfrm>
            <a:off x="10875917" y="41852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투표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BDD2418-C750-0E0C-494F-2290C420C7F2}"/>
              </a:ext>
            </a:extLst>
          </p:cNvPr>
          <p:cNvGrpSpPr/>
          <p:nvPr/>
        </p:nvGrpSpPr>
        <p:grpSpPr>
          <a:xfrm>
            <a:off x="3065417" y="1319622"/>
            <a:ext cx="5956663" cy="4422968"/>
            <a:chOff x="3065417" y="1319622"/>
            <a:chExt cx="5956663" cy="4422968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C0A6BA6-CEFA-7889-F02A-8825004F8269}"/>
                </a:ext>
              </a:extLst>
            </p:cNvPr>
            <p:cNvSpPr/>
            <p:nvPr/>
          </p:nvSpPr>
          <p:spPr>
            <a:xfrm>
              <a:off x="3065417" y="1319622"/>
              <a:ext cx="5956663" cy="4422968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01FCC6D-BB7C-FC6D-080A-1A43AB3D3166}"/>
                </a:ext>
              </a:extLst>
            </p:cNvPr>
            <p:cNvSpPr/>
            <p:nvPr/>
          </p:nvSpPr>
          <p:spPr>
            <a:xfrm>
              <a:off x="3228475" y="5094549"/>
              <a:ext cx="1445622" cy="47026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게임나가기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FD1EF4C-72D5-6AFA-FE1D-7F163DE84432}"/>
                </a:ext>
              </a:extLst>
            </p:cNvPr>
            <p:cNvSpPr/>
            <p:nvPr/>
          </p:nvSpPr>
          <p:spPr>
            <a:xfrm>
              <a:off x="4844142" y="1476815"/>
              <a:ext cx="3972743" cy="408799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C25F049-927C-BCC0-8F9A-4868691E57DD}"/>
                </a:ext>
              </a:extLst>
            </p:cNvPr>
            <p:cNvSpPr/>
            <p:nvPr/>
          </p:nvSpPr>
          <p:spPr>
            <a:xfrm>
              <a:off x="3228475" y="1485524"/>
              <a:ext cx="1445622" cy="47026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그래픽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0F8F250-D54B-3A3B-35E5-4AA96F4F74B0}"/>
                </a:ext>
              </a:extLst>
            </p:cNvPr>
            <p:cNvSpPr/>
            <p:nvPr/>
          </p:nvSpPr>
          <p:spPr>
            <a:xfrm>
              <a:off x="3228475" y="2127813"/>
              <a:ext cx="1445622" cy="47026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사운드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1145B9-3645-ACC6-B9B5-CEB2B11AC2DA}"/>
                </a:ext>
              </a:extLst>
            </p:cNvPr>
            <p:cNvSpPr/>
            <p:nvPr/>
          </p:nvSpPr>
          <p:spPr>
            <a:xfrm>
              <a:off x="3228475" y="2770102"/>
              <a:ext cx="1445622" cy="47026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게임 플레이</a:t>
              </a: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9BC88CC4-2EA4-8832-AC37-892F41BA27E5}"/>
                </a:ext>
              </a:extLst>
            </p:cNvPr>
            <p:cNvGrpSpPr/>
            <p:nvPr/>
          </p:nvGrpSpPr>
          <p:grpSpPr>
            <a:xfrm>
              <a:off x="5077101" y="1637163"/>
              <a:ext cx="3399610" cy="338554"/>
              <a:chOff x="4981303" y="1565555"/>
              <a:chExt cx="3399610" cy="338554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0B97213-DBBD-C563-2BFF-E47BB87E99AE}"/>
                  </a:ext>
                </a:extLst>
              </p:cNvPr>
              <p:cNvSpPr txBox="1"/>
              <p:nvPr/>
            </p:nvSpPr>
            <p:spPr>
              <a:xfrm>
                <a:off x="4981303" y="1584960"/>
                <a:ext cx="12527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/>
                  <a:t>텍스처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AF822BCD-9230-0407-41D0-4029DF3EBA40}"/>
                  </a:ext>
                </a:extLst>
              </p:cNvPr>
              <p:cNvSpPr/>
              <p:nvPr/>
            </p:nvSpPr>
            <p:spPr>
              <a:xfrm>
                <a:off x="6404064" y="1565555"/>
                <a:ext cx="1976849" cy="3385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&lt;,&gt;</a:t>
                </a:r>
                <a:r>
                  <a:rPr lang="ko-KR" altLang="en-US" sz="1400" dirty="0"/>
                  <a:t>선택 바</a:t>
                </a: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7A2B5337-A0D8-32F1-8130-71F59D5696DF}"/>
                </a:ext>
              </a:extLst>
            </p:cNvPr>
            <p:cNvGrpSpPr/>
            <p:nvPr/>
          </p:nvGrpSpPr>
          <p:grpSpPr>
            <a:xfrm>
              <a:off x="5077101" y="2171357"/>
              <a:ext cx="3399610" cy="338554"/>
              <a:chOff x="4981303" y="1565555"/>
              <a:chExt cx="3399610" cy="338554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9B8ED4B-7BFC-8996-F1C8-43A1BDC203C3}"/>
                  </a:ext>
                </a:extLst>
              </p:cNvPr>
              <p:cNvSpPr txBox="1"/>
              <p:nvPr/>
            </p:nvSpPr>
            <p:spPr>
              <a:xfrm>
                <a:off x="4981303" y="1584960"/>
                <a:ext cx="12527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/>
                  <a:t>그림자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9AA92A57-ED41-6080-ED91-3925998B0981}"/>
                  </a:ext>
                </a:extLst>
              </p:cNvPr>
              <p:cNvSpPr/>
              <p:nvPr/>
            </p:nvSpPr>
            <p:spPr>
              <a:xfrm>
                <a:off x="6404064" y="1565555"/>
                <a:ext cx="1976849" cy="3385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&lt;,&gt;</a:t>
                </a:r>
                <a:r>
                  <a:rPr lang="ko-KR" altLang="en-US" sz="1400" dirty="0"/>
                  <a:t>선택 바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0E6FA3F-8AB1-E8C1-B950-E1EC664B15DE}"/>
                </a:ext>
              </a:extLst>
            </p:cNvPr>
            <p:cNvGrpSpPr/>
            <p:nvPr/>
          </p:nvGrpSpPr>
          <p:grpSpPr>
            <a:xfrm>
              <a:off x="5077101" y="2696806"/>
              <a:ext cx="3399610" cy="338554"/>
              <a:chOff x="4981303" y="1565555"/>
              <a:chExt cx="3399610" cy="33855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0B9C93-C967-5BDE-76F9-10088963CD81}"/>
                  </a:ext>
                </a:extLst>
              </p:cNvPr>
              <p:cNvSpPr txBox="1"/>
              <p:nvPr/>
            </p:nvSpPr>
            <p:spPr>
              <a:xfrm>
                <a:off x="4981303" y="1584960"/>
                <a:ext cx="12527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 err="1"/>
                  <a:t>안티앨리어싱</a:t>
                </a:r>
                <a:endParaRPr lang="ko-KR" altLang="en-US" sz="1400" b="1" dirty="0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EA7EDED3-1DE8-F071-4522-8F8582CF34BE}"/>
                  </a:ext>
                </a:extLst>
              </p:cNvPr>
              <p:cNvSpPr/>
              <p:nvPr/>
            </p:nvSpPr>
            <p:spPr>
              <a:xfrm>
                <a:off x="6404064" y="1565555"/>
                <a:ext cx="1976849" cy="3385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&lt;,&gt;</a:t>
                </a:r>
                <a:r>
                  <a:rPr lang="ko-KR" altLang="en-US" sz="1400" dirty="0"/>
                  <a:t>선택 바</a:t>
                </a: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425C5B46-E5D3-DFA0-A508-9556C53A499C}"/>
                </a:ext>
              </a:extLst>
            </p:cNvPr>
            <p:cNvGrpSpPr/>
            <p:nvPr/>
          </p:nvGrpSpPr>
          <p:grpSpPr>
            <a:xfrm>
              <a:off x="5077101" y="3210427"/>
              <a:ext cx="3399610" cy="338554"/>
              <a:chOff x="4981303" y="1565555"/>
              <a:chExt cx="3399610" cy="338554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26A5179-759F-92B6-FC33-6C63063EAEA6}"/>
                  </a:ext>
                </a:extLst>
              </p:cNvPr>
              <p:cNvSpPr txBox="1"/>
              <p:nvPr/>
            </p:nvSpPr>
            <p:spPr>
              <a:xfrm>
                <a:off x="4981303" y="1584960"/>
                <a:ext cx="12527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/>
                  <a:t>필터링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EA1673A8-C664-B508-8D30-0D1E66F2F370}"/>
                  </a:ext>
                </a:extLst>
              </p:cNvPr>
              <p:cNvSpPr/>
              <p:nvPr/>
            </p:nvSpPr>
            <p:spPr>
              <a:xfrm>
                <a:off x="6404064" y="1565555"/>
                <a:ext cx="1976849" cy="3385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&lt;,&gt;</a:t>
                </a:r>
                <a:r>
                  <a:rPr lang="ko-KR" altLang="en-US" sz="1400" dirty="0"/>
                  <a:t>선택 바</a:t>
                </a:r>
              </a:p>
            </p:txBody>
          </p:sp>
        </p:grp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A9D8238-0354-2503-4936-60CEB748A69E}"/>
              </a:ext>
            </a:extLst>
          </p:cNvPr>
          <p:cNvGrpSpPr/>
          <p:nvPr/>
        </p:nvGrpSpPr>
        <p:grpSpPr>
          <a:xfrm>
            <a:off x="531318" y="973585"/>
            <a:ext cx="363583" cy="5046215"/>
            <a:chOff x="531318" y="973585"/>
            <a:chExt cx="363583" cy="5046215"/>
          </a:xfrm>
        </p:grpSpPr>
        <p:sp>
          <p:nvSpPr>
            <p:cNvPr id="44" name="순서도: 대체 처리 43">
              <a:extLst>
                <a:ext uri="{FF2B5EF4-FFF2-40B4-BE49-F238E27FC236}">
                  <a16:creationId xmlns:a16="http://schemas.microsoft.com/office/drawing/2014/main" id="{714E0866-23B7-F549-B87C-A1D2C68AE51C}"/>
                </a:ext>
              </a:extLst>
            </p:cNvPr>
            <p:cNvSpPr/>
            <p:nvPr/>
          </p:nvSpPr>
          <p:spPr>
            <a:xfrm>
              <a:off x="533400" y="973585"/>
              <a:ext cx="361501" cy="504621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</a:rPr>
                <a:t>간</a:t>
              </a:r>
            </a:p>
          </p:txBody>
        </p:sp>
        <p:sp>
          <p:nvSpPr>
            <p:cNvPr id="45" name="순서도: 대체 처리 44">
              <a:extLst>
                <a:ext uri="{FF2B5EF4-FFF2-40B4-BE49-F238E27FC236}">
                  <a16:creationId xmlns:a16="http://schemas.microsoft.com/office/drawing/2014/main" id="{5AB293DD-EA46-1722-7F64-E2E61C5EAF11}"/>
                </a:ext>
              </a:extLst>
            </p:cNvPr>
            <p:cNvSpPr/>
            <p:nvPr/>
          </p:nvSpPr>
          <p:spPr>
            <a:xfrm>
              <a:off x="531318" y="1771650"/>
              <a:ext cx="361501" cy="4243405"/>
            </a:xfrm>
            <a:prstGeom prst="flowChartAlternate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남은시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0224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0234C-BB5F-05BF-D4FB-A458E1BA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5914B27-734E-9F85-EA12-F65D1F792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신고 </a:t>
            </a:r>
            <a:r>
              <a:rPr lang="en-US" altLang="ko-KR" sz="2800" dirty="0"/>
              <a:t>– </a:t>
            </a:r>
            <a:r>
              <a:rPr lang="ko-KR" altLang="en-US" sz="2800" dirty="0"/>
              <a:t>추리</a:t>
            </a: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2A54AABA-15A8-32A4-DE3E-144835F7B9AC}"/>
              </a:ext>
            </a:extLst>
          </p:cNvPr>
          <p:cNvSpPr/>
          <p:nvPr/>
        </p:nvSpPr>
        <p:spPr>
          <a:xfrm>
            <a:off x="283469" y="727845"/>
            <a:ext cx="11590223" cy="5533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0191195A-752A-DEAA-0A14-582DAB001547}"/>
              </a:ext>
            </a:extLst>
          </p:cNvPr>
          <p:cNvSpPr/>
          <p:nvPr/>
        </p:nvSpPr>
        <p:spPr>
          <a:xfrm>
            <a:off x="10875917" y="973585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A34A78D3-66E3-31C6-6EA7-372213C1B26B}"/>
              </a:ext>
            </a:extLst>
          </p:cNvPr>
          <p:cNvSpPr/>
          <p:nvPr/>
        </p:nvSpPr>
        <p:spPr>
          <a:xfrm>
            <a:off x="10875917" y="21278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컬러피커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09CCEA96-99DC-97D2-D43C-B60D1587A5D1}"/>
              </a:ext>
            </a:extLst>
          </p:cNvPr>
          <p:cNvSpPr/>
          <p:nvPr/>
        </p:nvSpPr>
        <p:spPr>
          <a:xfrm>
            <a:off x="10875917" y="31565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3D7B3CF0-EC4A-9527-DE94-2A4CB9673938}"/>
              </a:ext>
            </a:extLst>
          </p:cNvPr>
          <p:cNvSpPr/>
          <p:nvPr/>
        </p:nvSpPr>
        <p:spPr>
          <a:xfrm>
            <a:off x="10875917" y="41852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투표</a:t>
            </a:r>
          </a:p>
        </p:txBody>
      </p: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757414F6-A3CC-847D-DC8C-578EF8706549}"/>
              </a:ext>
            </a:extLst>
          </p:cNvPr>
          <p:cNvGrpSpPr/>
          <p:nvPr/>
        </p:nvGrpSpPr>
        <p:grpSpPr>
          <a:xfrm>
            <a:off x="531318" y="973585"/>
            <a:ext cx="363583" cy="5046215"/>
            <a:chOff x="531318" y="973585"/>
            <a:chExt cx="363583" cy="5046215"/>
          </a:xfrm>
        </p:grpSpPr>
        <p:sp>
          <p:nvSpPr>
            <p:cNvPr id="208" name="순서도: 대체 처리 207">
              <a:extLst>
                <a:ext uri="{FF2B5EF4-FFF2-40B4-BE49-F238E27FC236}">
                  <a16:creationId xmlns:a16="http://schemas.microsoft.com/office/drawing/2014/main" id="{1BB61EE6-EBC5-5079-3D64-2F707B7DB590}"/>
                </a:ext>
              </a:extLst>
            </p:cNvPr>
            <p:cNvSpPr/>
            <p:nvPr/>
          </p:nvSpPr>
          <p:spPr>
            <a:xfrm>
              <a:off x="533400" y="973585"/>
              <a:ext cx="361501" cy="504621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</a:rPr>
                <a:t>간</a:t>
              </a:r>
            </a:p>
          </p:txBody>
        </p:sp>
        <p:sp>
          <p:nvSpPr>
            <p:cNvPr id="210" name="순서도: 대체 처리 209">
              <a:extLst>
                <a:ext uri="{FF2B5EF4-FFF2-40B4-BE49-F238E27FC236}">
                  <a16:creationId xmlns:a16="http://schemas.microsoft.com/office/drawing/2014/main" id="{E5553163-9B8B-8BCB-352F-8FDBCD09357F}"/>
                </a:ext>
              </a:extLst>
            </p:cNvPr>
            <p:cNvSpPr/>
            <p:nvPr/>
          </p:nvSpPr>
          <p:spPr>
            <a:xfrm>
              <a:off x="531318" y="2516574"/>
              <a:ext cx="361501" cy="3498482"/>
            </a:xfrm>
            <a:prstGeom prst="flowChartAlternate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남은시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간</a:t>
              </a:r>
            </a:p>
          </p:txBody>
        </p:sp>
      </p:grp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B1D9C6B8-4C1F-0410-436F-4CDCCFA5F55F}"/>
              </a:ext>
            </a:extLst>
          </p:cNvPr>
          <p:cNvSpPr/>
          <p:nvPr/>
        </p:nvSpPr>
        <p:spPr>
          <a:xfrm>
            <a:off x="1210492" y="1076548"/>
            <a:ext cx="9393484" cy="4836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F6B61797-7DD5-46FA-E063-78F59742A68B}"/>
              </a:ext>
            </a:extLst>
          </p:cNvPr>
          <p:cNvSpPr/>
          <p:nvPr/>
        </p:nvSpPr>
        <p:spPr>
          <a:xfrm>
            <a:off x="6296297" y="1497874"/>
            <a:ext cx="3942191" cy="3936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플레이어를 선택하십시오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32874063-9F80-D81B-44F2-3A79E0D357A9}"/>
              </a:ext>
            </a:extLst>
          </p:cNvPr>
          <p:cNvGrpSpPr/>
          <p:nvPr/>
        </p:nvGrpSpPr>
        <p:grpSpPr>
          <a:xfrm>
            <a:off x="1516689" y="1378223"/>
            <a:ext cx="904142" cy="1254202"/>
            <a:chOff x="1403472" y="1317262"/>
            <a:chExt cx="904142" cy="1254202"/>
          </a:xfrm>
        </p:grpSpPr>
        <p:sp>
          <p:nvSpPr>
            <p:cNvPr id="214" name="순서도: 대체 처리 213">
              <a:extLst>
                <a:ext uri="{FF2B5EF4-FFF2-40B4-BE49-F238E27FC236}">
                  <a16:creationId xmlns:a16="http://schemas.microsoft.com/office/drawing/2014/main" id="{F4704DCF-4EA0-6C38-9C08-7CCC96C2B7AB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15" name="순서도: 대체 처리 214">
              <a:extLst>
                <a:ext uri="{FF2B5EF4-FFF2-40B4-BE49-F238E27FC236}">
                  <a16:creationId xmlns:a16="http://schemas.microsoft.com/office/drawing/2014/main" id="{5392FD23-C4C3-0258-FBE6-B935E1C43EC1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16" name="순서도: 대체 처리 215">
              <a:extLst>
                <a:ext uri="{FF2B5EF4-FFF2-40B4-BE49-F238E27FC236}">
                  <a16:creationId xmlns:a16="http://schemas.microsoft.com/office/drawing/2014/main" id="{0C2C7663-0385-9ADD-DE34-8C2C1C83A06A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ECC22E04-51AA-5C66-FF79-76B2AD689F30}"/>
              </a:ext>
            </a:extLst>
          </p:cNvPr>
          <p:cNvGrpSpPr/>
          <p:nvPr/>
        </p:nvGrpSpPr>
        <p:grpSpPr>
          <a:xfrm>
            <a:off x="2675080" y="1378223"/>
            <a:ext cx="904142" cy="1254202"/>
            <a:chOff x="1403472" y="1317262"/>
            <a:chExt cx="904142" cy="1254202"/>
          </a:xfrm>
        </p:grpSpPr>
        <p:sp>
          <p:nvSpPr>
            <p:cNvPr id="218" name="순서도: 대체 처리 217">
              <a:extLst>
                <a:ext uri="{FF2B5EF4-FFF2-40B4-BE49-F238E27FC236}">
                  <a16:creationId xmlns:a16="http://schemas.microsoft.com/office/drawing/2014/main" id="{DFD085BC-BF21-9156-1881-718EA1B5F9B7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19" name="순서도: 대체 처리 218">
              <a:extLst>
                <a:ext uri="{FF2B5EF4-FFF2-40B4-BE49-F238E27FC236}">
                  <a16:creationId xmlns:a16="http://schemas.microsoft.com/office/drawing/2014/main" id="{99F7588B-E01D-F3AA-C393-D0B8291B9255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20" name="순서도: 대체 처리 219">
              <a:extLst>
                <a:ext uri="{FF2B5EF4-FFF2-40B4-BE49-F238E27FC236}">
                  <a16:creationId xmlns:a16="http://schemas.microsoft.com/office/drawing/2014/main" id="{C18336FA-FC68-029D-F698-254478AB3B2E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CDCBFB51-6D4C-8B72-85DC-33C5D119D00C}"/>
              </a:ext>
            </a:extLst>
          </p:cNvPr>
          <p:cNvGrpSpPr/>
          <p:nvPr/>
        </p:nvGrpSpPr>
        <p:grpSpPr>
          <a:xfrm>
            <a:off x="3824643" y="1378223"/>
            <a:ext cx="904142" cy="1254202"/>
            <a:chOff x="1403472" y="1317262"/>
            <a:chExt cx="904142" cy="1254202"/>
          </a:xfrm>
        </p:grpSpPr>
        <p:sp>
          <p:nvSpPr>
            <p:cNvPr id="222" name="순서도: 대체 처리 221">
              <a:extLst>
                <a:ext uri="{FF2B5EF4-FFF2-40B4-BE49-F238E27FC236}">
                  <a16:creationId xmlns:a16="http://schemas.microsoft.com/office/drawing/2014/main" id="{4118433A-962D-6F84-7DD2-241683DC8383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23" name="순서도: 대체 처리 222">
              <a:extLst>
                <a:ext uri="{FF2B5EF4-FFF2-40B4-BE49-F238E27FC236}">
                  <a16:creationId xmlns:a16="http://schemas.microsoft.com/office/drawing/2014/main" id="{9EE7D8CD-6816-093F-6365-88BD5891A5BD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24" name="순서도: 대체 처리 223">
              <a:extLst>
                <a:ext uri="{FF2B5EF4-FFF2-40B4-BE49-F238E27FC236}">
                  <a16:creationId xmlns:a16="http://schemas.microsoft.com/office/drawing/2014/main" id="{A70F2CFF-E0EC-4C3D-E7BD-1D802318F2A3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22612F05-2D0B-FB3A-8830-2AA348FE2D86}"/>
              </a:ext>
            </a:extLst>
          </p:cNvPr>
          <p:cNvGrpSpPr/>
          <p:nvPr/>
        </p:nvGrpSpPr>
        <p:grpSpPr>
          <a:xfrm>
            <a:off x="4983509" y="1378223"/>
            <a:ext cx="904142" cy="1254202"/>
            <a:chOff x="1403472" y="1317262"/>
            <a:chExt cx="904142" cy="1254202"/>
          </a:xfrm>
        </p:grpSpPr>
        <p:sp>
          <p:nvSpPr>
            <p:cNvPr id="226" name="순서도: 대체 처리 225">
              <a:extLst>
                <a:ext uri="{FF2B5EF4-FFF2-40B4-BE49-F238E27FC236}">
                  <a16:creationId xmlns:a16="http://schemas.microsoft.com/office/drawing/2014/main" id="{9E25BC1A-7B61-98E9-2FEC-4138A47505F7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27" name="순서도: 대체 처리 226">
              <a:extLst>
                <a:ext uri="{FF2B5EF4-FFF2-40B4-BE49-F238E27FC236}">
                  <a16:creationId xmlns:a16="http://schemas.microsoft.com/office/drawing/2014/main" id="{EC86F98E-1C21-B5D3-FEA3-F1AE7BC259D6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28" name="순서도: 대체 처리 227">
              <a:extLst>
                <a:ext uri="{FF2B5EF4-FFF2-40B4-BE49-F238E27FC236}">
                  <a16:creationId xmlns:a16="http://schemas.microsoft.com/office/drawing/2014/main" id="{01334F65-D83F-1B98-14B5-1C2B00189488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5ED9AF79-DC84-7063-B0EB-BDC278FED6C6}"/>
              </a:ext>
            </a:extLst>
          </p:cNvPr>
          <p:cNvGrpSpPr/>
          <p:nvPr/>
        </p:nvGrpSpPr>
        <p:grpSpPr>
          <a:xfrm>
            <a:off x="1516689" y="2789506"/>
            <a:ext cx="904142" cy="1254202"/>
            <a:chOff x="1403472" y="1317262"/>
            <a:chExt cx="904142" cy="1254202"/>
          </a:xfrm>
        </p:grpSpPr>
        <p:sp>
          <p:nvSpPr>
            <p:cNvPr id="230" name="순서도: 대체 처리 229">
              <a:extLst>
                <a:ext uri="{FF2B5EF4-FFF2-40B4-BE49-F238E27FC236}">
                  <a16:creationId xmlns:a16="http://schemas.microsoft.com/office/drawing/2014/main" id="{EFA0576F-B42E-0A70-0076-0C021659BE10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31" name="순서도: 대체 처리 230">
              <a:extLst>
                <a:ext uri="{FF2B5EF4-FFF2-40B4-BE49-F238E27FC236}">
                  <a16:creationId xmlns:a16="http://schemas.microsoft.com/office/drawing/2014/main" id="{E180CDBB-D680-ED19-EC1A-1CF64C639AED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32" name="순서도: 대체 처리 231">
              <a:extLst>
                <a:ext uri="{FF2B5EF4-FFF2-40B4-BE49-F238E27FC236}">
                  <a16:creationId xmlns:a16="http://schemas.microsoft.com/office/drawing/2014/main" id="{88B6A78A-87BB-613F-5366-B80DEA027471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33" name="그룹 232">
            <a:extLst>
              <a:ext uri="{FF2B5EF4-FFF2-40B4-BE49-F238E27FC236}">
                <a16:creationId xmlns:a16="http://schemas.microsoft.com/office/drawing/2014/main" id="{57522EFE-6625-1757-92D5-E4F5EFA700C2}"/>
              </a:ext>
            </a:extLst>
          </p:cNvPr>
          <p:cNvGrpSpPr/>
          <p:nvPr/>
        </p:nvGrpSpPr>
        <p:grpSpPr>
          <a:xfrm>
            <a:off x="2675080" y="2789506"/>
            <a:ext cx="904142" cy="1254202"/>
            <a:chOff x="1403472" y="1317262"/>
            <a:chExt cx="904142" cy="1254202"/>
          </a:xfrm>
        </p:grpSpPr>
        <p:sp>
          <p:nvSpPr>
            <p:cNvPr id="234" name="순서도: 대체 처리 233">
              <a:extLst>
                <a:ext uri="{FF2B5EF4-FFF2-40B4-BE49-F238E27FC236}">
                  <a16:creationId xmlns:a16="http://schemas.microsoft.com/office/drawing/2014/main" id="{8D1BE443-6FA4-02D6-BAE4-00E66DB4D763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35" name="순서도: 대체 처리 234">
              <a:extLst>
                <a:ext uri="{FF2B5EF4-FFF2-40B4-BE49-F238E27FC236}">
                  <a16:creationId xmlns:a16="http://schemas.microsoft.com/office/drawing/2014/main" id="{9D119FE9-6F0A-F55E-FAA9-27A719ECB81D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36" name="순서도: 대체 처리 235">
              <a:extLst>
                <a:ext uri="{FF2B5EF4-FFF2-40B4-BE49-F238E27FC236}">
                  <a16:creationId xmlns:a16="http://schemas.microsoft.com/office/drawing/2014/main" id="{738D0AFD-0599-C695-5EA3-C9F77F7F47AB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99DF51AD-502E-86DA-5B71-C0200CE7E3AD}"/>
              </a:ext>
            </a:extLst>
          </p:cNvPr>
          <p:cNvGrpSpPr/>
          <p:nvPr/>
        </p:nvGrpSpPr>
        <p:grpSpPr>
          <a:xfrm>
            <a:off x="3824643" y="2789506"/>
            <a:ext cx="904142" cy="1254202"/>
            <a:chOff x="1403472" y="1317262"/>
            <a:chExt cx="904142" cy="1254202"/>
          </a:xfrm>
        </p:grpSpPr>
        <p:sp>
          <p:nvSpPr>
            <p:cNvPr id="238" name="순서도: 대체 처리 237">
              <a:extLst>
                <a:ext uri="{FF2B5EF4-FFF2-40B4-BE49-F238E27FC236}">
                  <a16:creationId xmlns:a16="http://schemas.microsoft.com/office/drawing/2014/main" id="{484CA6DC-5D60-65D9-0AE9-D72DF7533C3F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39" name="순서도: 대체 처리 238">
              <a:extLst>
                <a:ext uri="{FF2B5EF4-FFF2-40B4-BE49-F238E27FC236}">
                  <a16:creationId xmlns:a16="http://schemas.microsoft.com/office/drawing/2014/main" id="{23281B51-BA9E-EA02-0B91-193A52482AD4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40" name="순서도: 대체 처리 239">
              <a:extLst>
                <a:ext uri="{FF2B5EF4-FFF2-40B4-BE49-F238E27FC236}">
                  <a16:creationId xmlns:a16="http://schemas.microsoft.com/office/drawing/2014/main" id="{7088F49D-203C-E102-086E-E77DFE07914E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41" name="그룹 240">
            <a:extLst>
              <a:ext uri="{FF2B5EF4-FFF2-40B4-BE49-F238E27FC236}">
                <a16:creationId xmlns:a16="http://schemas.microsoft.com/office/drawing/2014/main" id="{7FE56DDF-4F42-CCD1-E00A-A9EDE6E073B9}"/>
              </a:ext>
            </a:extLst>
          </p:cNvPr>
          <p:cNvGrpSpPr/>
          <p:nvPr/>
        </p:nvGrpSpPr>
        <p:grpSpPr>
          <a:xfrm>
            <a:off x="4983509" y="2789506"/>
            <a:ext cx="904142" cy="1254202"/>
            <a:chOff x="1403472" y="1317262"/>
            <a:chExt cx="904142" cy="1254202"/>
          </a:xfrm>
        </p:grpSpPr>
        <p:sp>
          <p:nvSpPr>
            <p:cNvPr id="243" name="순서도: 대체 처리 242">
              <a:extLst>
                <a:ext uri="{FF2B5EF4-FFF2-40B4-BE49-F238E27FC236}">
                  <a16:creationId xmlns:a16="http://schemas.microsoft.com/office/drawing/2014/main" id="{64F150C9-BC61-5A26-3DAC-451B4D2A8D31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44" name="순서도: 대체 처리 243">
              <a:extLst>
                <a:ext uri="{FF2B5EF4-FFF2-40B4-BE49-F238E27FC236}">
                  <a16:creationId xmlns:a16="http://schemas.microsoft.com/office/drawing/2014/main" id="{938A9AD2-7DAD-0E74-8091-43489F713C63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45" name="순서도: 대체 처리 244">
              <a:extLst>
                <a:ext uri="{FF2B5EF4-FFF2-40B4-BE49-F238E27FC236}">
                  <a16:creationId xmlns:a16="http://schemas.microsoft.com/office/drawing/2014/main" id="{0D9907F3-E138-60F3-57AD-4EAA7600739B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46" name="그룹 245">
            <a:extLst>
              <a:ext uri="{FF2B5EF4-FFF2-40B4-BE49-F238E27FC236}">
                <a16:creationId xmlns:a16="http://schemas.microsoft.com/office/drawing/2014/main" id="{390E9F7E-C307-378C-1EAD-8448483613F9}"/>
              </a:ext>
            </a:extLst>
          </p:cNvPr>
          <p:cNvGrpSpPr/>
          <p:nvPr/>
        </p:nvGrpSpPr>
        <p:grpSpPr>
          <a:xfrm>
            <a:off x="1516689" y="4242074"/>
            <a:ext cx="904142" cy="1254202"/>
            <a:chOff x="1403472" y="1317262"/>
            <a:chExt cx="904142" cy="1254202"/>
          </a:xfrm>
        </p:grpSpPr>
        <p:sp>
          <p:nvSpPr>
            <p:cNvPr id="247" name="순서도: 대체 처리 246">
              <a:extLst>
                <a:ext uri="{FF2B5EF4-FFF2-40B4-BE49-F238E27FC236}">
                  <a16:creationId xmlns:a16="http://schemas.microsoft.com/office/drawing/2014/main" id="{3E015590-14B0-E802-66C4-10BFBB24F1ED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48" name="순서도: 대체 처리 247">
              <a:extLst>
                <a:ext uri="{FF2B5EF4-FFF2-40B4-BE49-F238E27FC236}">
                  <a16:creationId xmlns:a16="http://schemas.microsoft.com/office/drawing/2014/main" id="{853E6139-57DC-6A67-E770-0E75C9C5DF95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49" name="순서도: 대체 처리 248">
              <a:extLst>
                <a:ext uri="{FF2B5EF4-FFF2-40B4-BE49-F238E27FC236}">
                  <a16:creationId xmlns:a16="http://schemas.microsoft.com/office/drawing/2014/main" id="{9BE8235E-0CE6-D00C-D21D-FBEDC8825487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4B1ED432-54EF-53A0-992A-D619E9BBA8EE}"/>
              </a:ext>
            </a:extLst>
          </p:cNvPr>
          <p:cNvGrpSpPr/>
          <p:nvPr/>
        </p:nvGrpSpPr>
        <p:grpSpPr>
          <a:xfrm>
            <a:off x="2675080" y="4242074"/>
            <a:ext cx="904142" cy="1254202"/>
            <a:chOff x="1403472" y="1317262"/>
            <a:chExt cx="904142" cy="1254202"/>
          </a:xfrm>
        </p:grpSpPr>
        <p:sp>
          <p:nvSpPr>
            <p:cNvPr id="251" name="순서도: 대체 처리 250">
              <a:extLst>
                <a:ext uri="{FF2B5EF4-FFF2-40B4-BE49-F238E27FC236}">
                  <a16:creationId xmlns:a16="http://schemas.microsoft.com/office/drawing/2014/main" id="{F45241F6-73F6-1802-75D9-9D0688FE6329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52" name="순서도: 대체 처리 251">
              <a:extLst>
                <a:ext uri="{FF2B5EF4-FFF2-40B4-BE49-F238E27FC236}">
                  <a16:creationId xmlns:a16="http://schemas.microsoft.com/office/drawing/2014/main" id="{43779D4B-E055-AEE5-F09C-F6386406AE95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53" name="순서도: 대체 처리 252">
              <a:extLst>
                <a:ext uri="{FF2B5EF4-FFF2-40B4-BE49-F238E27FC236}">
                  <a16:creationId xmlns:a16="http://schemas.microsoft.com/office/drawing/2014/main" id="{C788705F-6553-462E-4939-1F3C7D0F5D78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0655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70D16-2653-D619-86E1-04B1A453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6985B273-B15C-ADB8-5C2B-9C4C8DD64564}"/>
              </a:ext>
            </a:extLst>
          </p:cNvPr>
          <p:cNvSpPr/>
          <p:nvPr/>
        </p:nvSpPr>
        <p:spPr>
          <a:xfrm>
            <a:off x="283469" y="727845"/>
            <a:ext cx="11590223" cy="5533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9" name="직사각형 288">
            <a:extLst>
              <a:ext uri="{FF2B5EF4-FFF2-40B4-BE49-F238E27FC236}">
                <a16:creationId xmlns:a16="http://schemas.microsoft.com/office/drawing/2014/main" id="{13213162-D0CE-AC3F-19C9-B0A584496FB0}"/>
              </a:ext>
            </a:extLst>
          </p:cNvPr>
          <p:cNvSpPr/>
          <p:nvPr/>
        </p:nvSpPr>
        <p:spPr>
          <a:xfrm>
            <a:off x="1210492" y="1076548"/>
            <a:ext cx="9393484" cy="4836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4B254C4-4857-F4F0-34EA-7E9FE63EC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신고 </a:t>
            </a:r>
            <a:r>
              <a:rPr lang="en-US" altLang="ko-KR" sz="2800" dirty="0"/>
              <a:t>– </a:t>
            </a:r>
            <a:r>
              <a:rPr lang="ko-KR" altLang="en-US" sz="2800" dirty="0" err="1"/>
              <a:t>컬러피커</a:t>
            </a:r>
            <a:endParaRPr lang="ko-KR" altLang="en-US" sz="2800" dirty="0"/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C290EE9D-F04C-1015-3FA1-E7C41DD012DD}"/>
              </a:ext>
            </a:extLst>
          </p:cNvPr>
          <p:cNvSpPr/>
          <p:nvPr/>
        </p:nvSpPr>
        <p:spPr>
          <a:xfrm>
            <a:off x="10875917" y="973585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354F9CD2-220E-B295-DD0D-447030B1248C}"/>
              </a:ext>
            </a:extLst>
          </p:cNvPr>
          <p:cNvSpPr/>
          <p:nvPr/>
        </p:nvSpPr>
        <p:spPr>
          <a:xfrm>
            <a:off x="10875917" y="21278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컬러피커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ACAB4E79-9DB6-5E5D-6BD7-FC8C7299EE1F}"/>
              </a:ext>
            </a:extLst>
          </p:cNvPr>
          <p:cNvSpPr/>
          <p:nvPr/>
        </p:nvSpPr>
        <p:spPr>
          <a:xfrm>
            <a:off x="10875917" y="31565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FCFF61D6-540C-77D4-9C27-8A66A5056AE7}"/>
              </a:ext>
            </a:extLst>
          </p:cNvPr>
          <p:cNvSpPr/>
          <p:nvPr/>
        </p:nvSpPr>
        <p:spPr>
          <a:xfrm>
            <a:off x="10875917" y="41852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투표</a:t>
            </a:r>
          </a:p>
        </p:txBody>
      </p: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2E3F976E-139A-6C1C-1B06-B23CA7FB4231}"/>
              </a:ext>
            </a:extLst>
          </p:cNvPr>
          <p:cNvGrpSpPr/>
          <p:nvPr/>
        </p:nvGrpSpPr>
        <p:grpSpPr>
          <a:xfrm>
            <a:off x="531318" y="973585"/>
            <a:ext cx="363583" cy="5046215"/>
            <a:chOff x="531318" y="973585"/>
            <a:chExt cx="363583" cy="5046215"/>
          </a:xfrm>
        </p:grpSpPr>
        <p:sp>
          <p:nvSpPr>
            <p:cNvPr id="215" name="순서도: 대체 처리 214">
              <a:extLst>
                <a:ext uri="{FF2B5EF4-FFF2-40B4-BE49-F238E27FC236}">
                  <a16:creationId xmlns:a16="http://schemas.microsoft.com/office/drawing/2014/main" id="{C09FC55E-3704-A9D0-E0F4-02446FB906A3}"/>
                </a:ext>
              </a:extLst>
            </p:cNvPr>
            <p:cNvSpPr/>
            <p:nvPr/>
          </p:nvSpPr>
          <p:spPr>
            <a:xfrm>
              <a:off x="533400" y="973585"/>
              <a:ext cx="361501" cy="504621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</a:rPr>
                <a:t>간</a:t>
              </a:r>
            </a:p>
          </p:txBody>
        </p:sp>
        <p:sp>
          <p:nvSpPr>
            <p:cNvPr id="216" name="순서도: 대체 처리 215">
              <a:extLst>
                <a:ext uri="{FF2B5EF4-FFF2-40B4-BE49-F238E27FC236}">
                  <a16:creationId xmlns:a16="http://schemas.microsoft.com/office/drawing/2014/main" id="{B4AA19AE-6B6C-2E21-C993-BBEDF1E102FD}"/>
                </a:ext>
              </a:extLst>
            </p:cNvPr>
            <p:cNvSpPr/>
            <p:nvPr/>
          </p:nvSpPr>
          <p:spPr>
            <a:xfrm>
              <a:off x="531318" y="3156514"/>
              <a:ext cx="361501" cy="2858542"/>
            </a:xfrm>
            <a:prstGeom prst="flowChartAlternate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남은시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간</a:t>
              </a:r>
            </a:p>
          </p:txBody>
        </p:sp>
      </p:grp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68423BCC-FF52-060B-EE54-573164374C34}"/>
              </a:ext>
            </a:extLst>
          </p:cNvPr>
          <p:cNvSpPr/>
          <p:nvPr/>
        </p:nvSpPr>
        <p:spPr>
          <a:xfrm>
            <a:off x="6296297" y="1497874"/>
            <a:ext cx="3942191" cy="3936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" name="원형: 비어 있음 217">
            <a:extLst>
              <a:ext uri="{FF2B5EF4-FFF2-40B4-BE49-F238E27FC236}">
                <a16:creationId xmlns:a16="http://schemas.microsoft.com/office/drawing/2014/main" id="{5EB8A583-D23B-7F81-F88C-E56404C667D5}"/>
              </a:ext>
            </a:extLst>
          </p:cNvPr>
          <p:cNvSpPr/>
          <p:nvPr/>
        </p:nvSpPr>
        <p:spPr>
          <a:xfrm>
            <a:off x="6570360" y="1756956"/>
            <a:ext cx="3413760" cy="3413760"/>
          </a:xfrm>
          <a:prstGeom prst="donut">
            <a:avLst>
              <a:gd name="adj" fmla="val 1734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C0B589BE-2EE1-0855-4710-84EBFB992D47}"/>
              </a:ext>
            </a:extLst>
          </p:cNvPr>
          <p:cNvGrpSpPr/>
          <p:nvPr/>
        </p:nvGrpSpPr>
        <p:grpSpPr>
          <a:xfrm>
            <a:off x="1516689" y="1378223"/>
            <a:ext cx="904142" cy="1254202"/>
            <a:chOff x="1403472" y="1317262"/>
            <a:chExt cx="904142" cy="1254202"/>
          </a:xfrm>
        </p:grpSpPr>
        <p:sp>
          <p:nvSpPr>
            <p:cNvPr id="220" name="순서도: 대체 처리 219">
              <a:extLst>
                <a:ext uri="{FF2B5EF4-FFF2-40B4-BE49-F238E27FC236}">
                  <a16:creationId xmlns:a16="http://schemas.microsoft.com/office/drawing/2014/main" id="{4725F2CA-3A46-F25F-D465-397776D81F04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21" name="순서도: 대체 처리 220">
              <a:extLst>
                <a:ext uri="{FF2B5EF4-FFF2-40B4-BE49-F238E27FC236}">
                  <a16:creationId xmlns:a16="http://schemas.microsoft.com/office/drawing/2014/main" id="{8E17AE8C-2DCF-6B56-0888-1B1C73728093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빨강</a:t>
              </a:r>
            </a:p>
          </p:txBody>
        </p:sp>
        <p:sp>
          <p:nvSpPr>
            <p:cNvPr id="222" name="순서도: 대체 처리 221">
              <a:extLst>
                <a:ext uri="{FF2B5EF4-FFF2-40B4-BE49-F238E27FC236}">
                  <a16:creationId xmlns:a16="http://schemas.microsoft.com/office/drawing/2014/main" id="{07432F95-4BE8-45C7-D48D-A358632E8904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A1B3A282-23A8-30DA-0F19-61BB0574B6FA}"/>
              </a:ext>
            </a:extLst>
          </p:cNvPr>
          <p:cNvGrpSpPr/>
          <p:nvPr/>
        </p:nvGrpSpPr>
        <p:grpSpPr>
          <a:xfrm>
            <a:off x="2675080" y="1378223"/>
            <a:ext cx="904142" cy="1254202"/>
            <a:chOff x="1403472" y="1317262"/>
            <a:chExt cx="904142" cy="1254202"/>
          </a:xfrm>
        </p:grpSpPr>
        <p:sp>
          <p:nvSpPr>
            <p:cNvPr id="224" name="순서도: 대체 처리 223">
              <a:extLst>
                <a:ext uri="{FF2B5EF4-FFF2-40B4-BE49-F238E27FC236}">
                  <a16:creationId xmlns:a16="http://schemas.microsoft.com/office/drawing/2014/main" id="{C7C6B469-2D9A-5154-3EE5-16C33243704E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25" name="순서도: 대체 처리 224">
              <a:extLst>
                <a:ext uri="{FF2B5EF4-FFF2-40B4-BE49-F238E27FC236}">
                  <a16:creationId xmlns:a16="http://schemas.microsoft.com/office/drawing/2014/main" id="{6BEFC9AD-5A11-E184-97A9-8EBB1D41A44A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26" name="순서도: 대체 처리 225">
              <a:extLst>
                <a:ext uri="{FF2B5EF4-FFF2-40B4-BE49-F238E27FC236}">
                  <a16:creationId xmlns:a16="http://schemas.microsoft.com/office/drawing/2014/main" id="{AB11EFF6-1CA8-C7F8-5106-93264C33875E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27D4CFE4-819D-D6BE-3417-66DD11943BE7}"/>
              </a:ext>
            </a:extLst>
          </p:cNvPr>
          <p:cNvGrpSpPr/>
          <p:nvPr/>
        </p:nvGrpSpPr>
        <p:grpSpPr>
          <a:xfrm>
            <a:off x="3824643" y="1378223"/>
            <a:ext cx="904142" cy="1254202"/>
            <a:chOff x="1403472" y="1317262"/>
            <a:chExt cx="904142" cy="1254202"/>
          </a:xfrm>
        </p:grpSpPr>
        <p:sp>
          <p:nvSpPr>
            <p:cNvPr id="228" name="순서도: 대체 처리 227">
              <a:extLst>
                <a:ext uri="{FF2B5EF4-FFF2-40B4-BE49-F238E27FC236}">
                  <a16:creationId xmlns:a16="http://schemas.microsoft.com/office/drawing/2014/main" id="{5D3EE7DE-83A8-BEC4-395D-1A57826EDA19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29" name="순서도: 대체 처리 228">
              <a:extLst>
                <a:ext uri="{FF2B5EF4-FFF2-40B4-BE49-F238E27FC236}">
                  <a16:creationId xmlns:a16="http://schemas.microsoft.com/office/drawing/2014/main" id="{BDC9D840-79F7-F8B6-1765-DC81447AE517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30" name="순서도: 대체 처리 229">
              <a:extLst>
                <a:ext uri="{FF2B5EF4-FFF2-40B4-BE49-F238E27FC236}">
                  <a16:creationId xmlns:a16="http://schemas.microsoft.com/office/drawing/2014/main" id="{AC77F313-5923-333C-3929-8F2EAC2107B1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76F71949-78BD-908B-1AD2-577EDF4B3011}"/>
              </a:ext>
            </a:extLst>
          </p:cNvPr>
          <p:cNvGrpSpPr/>
          <p:nvPr/>
        </p:nvGrpSpPr>
        <p:grpSpPr>
          <a:xfrm>
            <a:off x="4983509" y="1378223"/>
            <a:ext cx="904142" cy="1254202"/>
            <a:chOff x="1403472" y="1317262"/>
            <a:chExt cx="904142" cy="1254202"/>
          </a:xfrm>
        </p:grpSpPr>
        <p:sp>
          <p:nvSpPr>
            <p:cNvPr id="232" name="순서도: 대체 처리 231">
              <a:extLst>
                <a:ext uri="{FF2B5EF4-FFF2-40B4-BE49-F238E27FC236}">
                  <a16:creationId xmlns:a16="http://schemas.microsoft.com/office/drawing/2014/main" id="{91721FF2-8E4F-0565-BF05-C03592AD2A77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33" name="순서도: 대체 처리 232">
              <a:extLst>
                <a:ext uri="{FF2B5EF4-FFF2-40B4-BE49-F238E27FC236}">
                  <a16:creationId xmlns:a16="http://schemas.microsoft.com/office/drawing/2014/main" id="{A7A226EE-1AA0-B752-121D-53C4947E75A2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34" name="순서도: 대체 처리 233">
              <a:extLst>
                <a:ext uri="{FF2B5EF4-FFF2-40B4-BE49-F238E27FC236}">
                  <a16:creationId xmlns:a16="http://schemas.microsoft.com/office/drawing/2014/main" id="{2C3A5860-6016-7672-C85E-932FB02D25FE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03443873-D347-CE2F-8C75-2F514FFCD215}"/>
              </a:ext>
            </a:extLst>
          </p:cNvPr>
          <p:cNvGrpSpPr/>
          <p:nvPr/>
        </p:nvGrpSpPr>
        <p:grpSpPr>
          <a:xfrm>
            <a:off x="1516689" y="2789506"/>
            <a:ext cx="904142" cy="1254202"/>
            <a:chOff x="1403472" y="1317262"/>
            <a:chExt cx="904142" cy="1254202"/>
          </a:xfrm>
        </p:grpSpPr>
        <p:sp>
          <p:nvSpPr>
            <p:cNvPr id="236" name="순서도: 대체 처리 235">
              <a:extLst>
                <a:ext uri="{FF2B5EF4-FFF2-40B4-BE49-F238E27FC236}">
                  <a16:creationId xmlns:a16="http://schemas.microsoft.com/office/drawing/2014/main" id="{25F74B43-1437-0A13-4B8A-DC13BBFB3A31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37" name="순서도: 대체 처리 236">
              <a:extLst>
                <a:ext uri="{FF2B5EF4-FFF2-40B4-BE49-F238E27FC236}">
                  <a16:creationId xmlns:a16="http://schemas.microsoft.com/office/drawing/2014/main" id="{723B51CF-DECB-757C-FCA4-F6F09CFCD5C5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38" name="순서도: 대체 처리 237">
              <a:extLst>
                <a:ext uri="{FF2B5EF4-FFF2-40B4-BE49-F238E27FC236}">
                  <a16:creationId xmlns:a16="http://schemas.microsoft.com/office/drawing/2014/main" id="{32240A68-B2D1-E7CF-5447-309A9F5A6602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BD8E6119-992A-1DD6-27F5-89A4A5DC36AC}"/>
              </a:ext>
            </a:extLst>
          </p:cNvPr>
          <p:cNvGrpSpPr/>
          <p:nvPr/>
        </p:nvGrpSpPr>
        <p:grpSpPr>
          <a:xfrm>
            <a:off x="2675080" y="2789506"/>
            <a:ext cx="904142" cy="1254202"/>
            <a:chOff x="1403472" y="1317262"/>
            <a:chExt cx="904142" cy="1254202"/>
          </a:xfrm>
        </p:grpSpPr>
        <p:sp>
          <p:nvSpPr>
            <p:cNvPr id="240" name="순서도: 대체 처리 239">
              <a:extLst>
                <a:ext uri="{FF2B5EF4-FFF2-40B4-BE49-F238E27FC236}">
                  <a16:creationId xmlns:a16="http://schemas.microsoft.com/office/drawing/2014/main" id="{2DF9B9B8-5735-77AF-F013-AC3F6195354E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41" name="순서도: 대체 처리 240">
              <a:extLst>
                <a:ext uri="{FF2B5EF4-FFF2-40B4-BE49-F238E27FC236}">
                  <a16:creationId xmlns:a16="http://schemas.microsoft.com/office/drawing/2014/main" id="{9AB6F09A-BB57-35EE-54F7-E32006FDD877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43" name="순서도: 대체 처리 242">
              <a:extLst>
                <a:ext uri="{FF2B5EF4-FFF2-40B4-BE49-F238E27FC236}">
                  <a16:creationId xmlns:a16="http://schemas.microsoft.com/office/drawing/2014/main" id="{64C33B81-8AA6-E8FC-B571-A299A6393863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ED7C329A-40CC-AE6A-AD82-A87E284E3931}"/>
              </a:ext>
            </a:extLst>
          </p:cNvPr>
          <p:cNvGrpSpPr/>
          <p:nvPr/>
        </p:nvGrpSpPr>
        <p:grpSpPr>
          <a:xfrm>
            <a:off x="3824643" y="2789506"/>
            <a:ext cx="904142" cy="1254202"/>
            <a:chOff x="1403472" y="1317262"/>
            <a:chExt cx="904142" cy="1254202"/>
          </a:xfrm>
        </p:grpSpPr>
        <p:sp>
          <p:nvSpPr>
            <p:cNvPr id="245" name="순서도: 대체 처리 244">
              <a:extLst>
                <a:ext uri="{FF2B5EF4-FFF2-40B4-BE49-F238E27FC236}">
                  <a16:creationId xmlns:a16="http://schemas.microsoft.com/office/drawing/2014/main" id="{F776B59C-B11D-7E78-046F-9228AF4AFB24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46" name="순서도: 대체 처리 245">
              <a:extLst>
                <a:ext uri="{FF2B5EF4-FFF2-40B4-BE49-F238E27FC236}">
                  <a16:creationId xmlns:a16="http://schemas.microsoft.com/office/drawing/2014/main" id="{FD615B3C-DF23-9758-25B1-5E26A678A382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47" name="순서도: 대체 처리 246">
              <a:extLst>
                <a:ext uri="{FF2B5EF4-FFF2-40B4-BE49-F238E27FC236}">
                  <a16:creationId xmlns:a16="http://schemas.microsoft.com/office/drawing/2014/main" id="{138C23CD-C70D-EC82-8BA7-8D79BB7A16FB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3B673379-4A2F-E0FE-0404-BEB2662DA05F}"/>
              </a:ext>
            </a:extLst>
          </p:cNvPr>
          <p:cNvGrpSpPr/>
          <p:nvPr/>
        </p:nvGrpSpPr>
        <p:grpSpPr>
          <a:xfrm>
            <a:off x="4983509" y="2789506"/>
            <a:ext cx="904142" cy="1254202"/>
            <a:chOff x="1403472" y="1317262"/>
            <a:chExt cx="904142" cy="1254202"/>
          </a:xfrm>
        </p:grpSpPr>
        <p:sp>
          <p:nvSpPr>
            <p:cNvPr id="249" name="순서도: 대체 처리 248">
              <a:extLst>
                <a:ext uri="{FF2B5EF4-FFF2-40B4-BE49-F238E27FC236}">
                  <a16:creationId xmlns:a16="http://schemas.microsoft.com/office/drawing/2014/main" id="{F82948AF-1309-F1B4-9D4D-B42A2636D7E9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50" name="순서도: 대체 처리 249">
              <a:extLst>
                <a:ext uri="{FF2B5EF4-FFF2-40B4-BE49-F238E27FC236}">
                  <a16:creationId xmlns:a16="http://schemas.microsoft.com/office/drawing/2014/main" id="{A0C84C34-7C44-7946-1F00-17DD33924244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51" name="순서도: 대체 처리 250">
              <a:extLst>
                <a:ext uri="{FF2B5EF4-FFF2-40B4-BE49-F238E27FC236}">
                  <a16:creationId xmlns:a16="http://schemas.microsoft.com/office/drawing/2014/main" id="{C91EB127-1F07-B7F3-C3BA-042116852D21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1D4EB5A8-F5C1-22C7-4325-E19FF7930CE7}"/>
              </a:ext>
            </a:extLst>
          </p:cNvPr>
          <p:cNvGrpSpPr/>
          <p:nvPr/>
        </p:nvGrpSpPr>
        <p:grpSpPr>
          <a:xfrm>
            <a:off x="1516689" y="4242074"/>
            <a:ext cx="904142" cy="1254202"/>
            <a:chOff x="1403472" y="1317262"/>
            <a:chExt cx="904142" cy="1254202"/>
          </a:xfrm>
        </p:grpSpPr>
        <p:sp>
          <p:nvSpPr>
            <p:cNvPr id="253" name="순서도: 대체 처리 252">
              <a:extLst>
                <a:ext uri="{FF2B5EF4-FFF2-40B4-BE49-F238E27FC236}">
                  <a16:creationId xmlns:a16="http://schemas.microsoft.com/office/drawing/2014/main" id="{12FF4D50-AD93-D8EB-BCFC-D799C5B320EC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54" name="순서도: 대체 처리 253">
              <a:extLst>
                <a:ext uri="{FF2B5EF4-FFF2-40B4-BE49-F238E27FC236}">
                  <a16:creationId xmlns:a16="http://schemas.microsoft.com/office/drawing/2014/main" id="{31FBAD3B-C070-7AED-6AB2-082D9A504D71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55" name="순서도: 대체 처리 254">
              <a:extLst>
                <a:ext uri="{FF2B5EF4-FFF2-40B4-BE49-F238E27FC236}">
                  <a16:creationId xmlns:a16="http://schemas.microsoft.com/office/drawing/2014/main" id="{F43554C4-D0C5-D82F-726C-EAD170FF9B8A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C7524969-4C6D-CC0C-E540-22FAC6247110}"/>
              </a:ext>
            </a:extLst>
          </p:cNvPr>
          <p:cNvGrpSpPr/>
          <p:nvPr/>
        </p:nvGrpSpPr>
        <p:grpSpPr>
          <a:xfrm>
            <a:off x="2675080" y="4242074"/>
            <a:ext cx="904142" cy="1254202"/>
            <a:chOff x="1403472" y="1317262"/>
            <a:chExt cx="904142" cy="1254202"/>
          </a:xfrm>
        </p:grpSpPr>
        <p:sp>
          <p:nvSpPr>
            <p:cNvPr id="257" name="순서도: 대체 처리 256">
              <a:extLst>
                <a:ext uri="{FF2B5EF4-FFF2-40B4-BE49-F238E27FC236}">
                  <a16:creationId xmlns:a16="http://schemas.microsoft.com/office/drawing/2014/main" id="{E0DB1411-D1A5-A82D-2BB6-A8F32074A083}"/>
                </a:ext>
              </a:extLst>
            </p:cNvPr>
            <p:cNvSpPr/>
            <p:nvPr/>
          </p:nvSpPr>
          <p:spPr>
            <a:xfrm>
              <a:off x="1403472" y="1515206"/>
              <a:ext cx="904142" cy="894092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플레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이어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58" name="순서도: 대체 처리 257">
              <a:extLst>
                <a:ext uri="{FF2B5EF4-FFF2-40B4-BE49-F238E27FC236}">
                  <a16:creationId xmlns:a16="http://schemas.microsoft.com/office/drawing/2014/main" id="{8240292C-397D-3250-E643-2B92898814CE}"/>
                </a:ext>
              </a:extLst>
            </p:cNvPr>
            <p:cNvSpPr/>
            <p:nvPr/>
          </p:nvSpPr>
          <p:spPr>
            <a:xfrm>
              <a:off x="1454612" y="2310510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알 수 없음</a:t>
              </a:r>
            </a:p>
          </p:txBody>
        </p:sp>
        <p:sp>
          <p:nvSpPr>
            <p:cNvPr id="259" name="순서도: 대체 처리 258">
              <a:extLst>
                <a:ext uri="{FF2B5EF4-FFF2-40B4-BE49-F238E27FC236}">
                  <a16:creationId xmlns:a16="http://schemas.microsoft.com/office/drawing/2014/main" id="{58EE20D8-38E6-9A96-C692-C075D0489D04}"/>
                </a:ext>
              </a:extLst>
            </p:cNvPr>
            <p:cNvSpPr/>
            <p:nvPr/>
          </p:nvSpPr>
          <p:spPr>
            <a:xfrm>
              <a:off x="1454612" y="1317262"/>
              <a:ext cx="808189" cy="26095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닉네임</a:t>
              </a:r>
            </a:p>
          </p:txBody>
        </p:sp>
      </p:grp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90C730E0-AF9A-9C05-D2DC-8F73EA995F53}"/>
              </a:ext>
            </a:extLst>
          </p:cNvPr>
          <p:cNvGrpSpPr/>
          <p:nvPr/>
        </p:nvGrpSpPr>
        <p:grpSpPr>
          <a:xfrm>
            <a:off x="6568967" y="1674013"/>
            <a:ext cx="3432919" cy="3551121"/>
            <a:chOff x="6586385" y="1639177"/>
            <a:chExt cx="3432919" cy="3551121"/>
          </a:xfrm>
          <a:solidFill>
            <a:schemeClr val="bg1"/>
          </a:solidFill>
        </p:grpSpPr>
        <p:sp>
          <p:nvSpPr>
            <p:cNvPr id="261" name="사다리꼴 260">
              <a:extLst>
                <a:ext uri="{FF2B5EF4-FFF2-40B4-BE49-F238E27FC236}">
                  <a16:creationId xmlns:a16="http://schemas.microsoft.com/office/drawing/2014/main" id="{5C356645-21BA-A9C7-54AB-64B756FDF9DA}"/>
                </a:ext>
              </a:extLst>
            </p:cNvPr>
            <p:cNvSpPr/>
            <p:nvPr/>
          </p:nvSpPr>
          <p:spPr>
            <a:xfrm rot="10800000">
              <a:off x="7950926" y="1639177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62" name="사다리꼴 261">
              <a:extLst>
                <a:ext uri="{FF2B5EF4-FFF2-40B4-BE49-F238E27FC236}">
                  <a16:creationId xmlns:a16="http://schemas.microsoft.com/office/drawing/2014/main" id="{675F1B6E-294E-A698-CDCC-9FB2ADFA5F90}"/>
                </a:ext>
              </a:extLst>
            </p:cNvPr>
            <p:cNvSpPr/>
            <p:nvPr/>
          </p:nvSpPr>
          <p:spPr>
            <a:xfrm rot="15109144">
              <a:off x="9301312" y="2614294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B8E08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63" name="사다리꼴 262">
              <a:extLst>
                <a:ext uri="{FF2B5EF4-FFF2-40B4-BE49-F238E27FC236}">
                  <a16:creationId xmlns:a16="http://schemas.microsoft.com/office/drawing/2014/main" id="{879B8C9F-3662-AB5F-512D-1796C975BE7F}"/>
                </a:ext>
              </a:extLst>
            </p:cNvPr>
            <p:cNvSpPr/>
            <p:nvPr/>
          </p:nvSpPr>
          <p:spPr>
            <a:xfrm rot="6519232">
              <a:off x="6617061" y="2581095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64" name="사다리꼴 263">
              <a:extLst>
                <a:ext uri="{FF2B5EF4-FFF2-40B4-BE49-F238E27FC236}">
                  <a16:creationId xmlns:a16="http://schemas.microsoft.com/office/drawing/2014/main" id="{3E95F473-CD30-BD37-641D-B355696FB51E}"/>
                </a:ext>
              </a:extLst>
            </p:cNvPr>
            <p:cNvSpPr/>
            <p:nvPr/>
          </p:nvSpPr>
          <p:spPr>
            <a:xfrm rot="13065977">
              <a:off x="8785713" y="1921232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65" name="사다리꼴 264">
              <a:extLst>
                <a:ext uri="{FF2B5EF4-FFF2-40B4-BE49-F238E27FC236}">
                  <a16:creationId xmlns:a16="http://schemas.microsoft.com/office/drawing/2014/main" id="{F4A06CDE-3440-D711-8339-B482E8846231}"/>
                </a:ext>
              </a:extLst>
            </p:cNvPr>
            <p:cNvSpPr/>
            <p:nvPr/>
          </p:nvSpPr>
          <p:spPr>
            <a:xfrm rot="8669302">
              <a:off x="7124337" y="1892255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66" name="사다리꼴 265">
              <a:extLst>
                <a:ext uri="{FF2B5EF4-FFF2-40B4-BE49-F238E27FC236}">
                  <a16:creationId xmlns:a16="http://schemas.microsoft.com/office/drawing/2014/main" id="{5696900C-D1BC-854D-AC81-BA285638A5AA}"/>
                </a:ext>
              </a:extLst>
            </p:cNvPr>
            <p:cNvSpPr/>
            <p:nvPr/>
          </p:nvSpPr>
          <p:spPr>
            <a:xfrm rot="10800000" flipV="1">
              <a:off x="7967300" y="4458004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67" name="사다리꼴 266">
              <a:extLst>
                <a:ext uri="{FF2B5EF4-FFF2-40B4-BE49-F238E27FC236}">
                  <a16:creationId xmlns:a16="http://schemas.microsoft.com/office/drawing/2014/main" id="{47E6D0DC-D5E1-6D92-9092-96F396CD1FAB}"/>
                </a:ext>
              </a:extLst>
            </p:cNvPr>
            <p:cNvSpPr/>
            <p:nvPr/>
          </p:nvSpPr>
          <p:spPr>
            <a:xfrm rot="6490856" flipV="1">
              <a:off x="9317686" y="3482887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68" name="사다리꼴 267">
              <a:extLst>
                <a:ext uri="{FF2B5EF4-FFF2-40B4-BE49-F238E27FC236}">
                  <a16:creationId xmlns:a16="http://schemas.microsoft.com/office/drawing/2014/main" id="{0FEC718F-F080-E4E2-077C-8CAF138E14D6}"/>
                </a:ext>
              </a:extLst>
            </p:cNvPr>
            <p:cNvSpPr/>
            <p:nvPr/>
          </p:nvSpPr>
          <p:spPr>
            <a:xfrm rot="15080768" flipV="1">
              <a:off x="6633435" y="3516086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9933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69" name="사다리꼴 268">
              <a:extLst>
                <a:ext uri="{FF2B5EF4-FFF2-40B4-BE49-F238E27FC236}">
                  <a16:creationId xmlns:a16="http://schemas.microsoft.com/office/drawing/2014/main" id="{3B002A75-69B9-8145-E0A7-20E732BBE18A}"/>
                </a:ext>
              </a:extLst>
            </p:cNvPr>
            <p:cNvSpPr/>
            <p:nvPr/>
          </p:nvSpPr>
          <p:spPr>
            <a:xfrm rot="8534023" flipV="1">
              <a:off x="8802087" y="4175949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CCE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70" name="사다리꼴 269">
              <a:extLst>
                <a:ext uri="{FF2B5EF4-FFF2-40B4-BE49-F238E27FC236}">
                  <a16:creationId xmlns:a16="http://schemas.microsoft.com/office/drawing/2014/main" id="{148CFAC1-B6E6-F773-1D3D-D1F9E62DBCF5}"/>
                </a:ext>
              </a:extLst>
            </p:cNvPr>
            <p:cNvSpPr/>
            <p:nvPr/>
          </p:nvSpPr>
          <p:spPr>
            <a:xfrm rot="12930698" flipV="1">
              <a:off x="7140711" y="4204926"/>
              <a:ext cx="670941" cy="732294"/>
            </a:xfrm>
            <a:prstGeom prst="trapezoid">
              <a:avLst>
                <a:gd name="adj" fmla="val 12020"/>
              </a:avLst>
            </a:prstGeom>
            <a:solidFill>
              <a:srgbClr val="FF75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271" name="TextBox 270">
            <a:extLst>
              <a:ext uri="{FF2B5EF4-FFF2-40B4-BE49-F238E27FC236}">
                <a16:creationId xmlns:a16="http://schemas.microsoft.com/office/drawing/2014/main" id="{129F32E6-D608-7979-DF1F-B01C8639D809}"/>
              </a:ext>
            </a:extLst>
          </p:cNvPr>
          <p:cNvSpPr txBox="1"/>
          <p:nvPr/>
        </p:nvSpPr>
        <p:spPr>
          <a:xfrm>
            <a:off x="7988063" y="1883816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 w="3175"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빨강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A5B75EFB-23EE-3004-8B25-81761390CB24}"/>
              </a:ext>
            </a:extLst>
          </p:cNvPr>
          <p:cNvSpPr txBox="1"/>
          <p:nvPr/>
        </p:nvSpPr>
        <p:spPr>
          <a:xfrm>
            <a:off x="8837315" y="2185453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노랑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1D480882-8333-55B8-BA65-8E4144855476}"/>
              </a:ext>
            </a:extLst>
          </p:cNvPr>
          <p:cNvSpPr txBox="1"/>
          <p:nvPr/>
        </p:nvSpPr>
        <p:spPr>
          <a:xfrm>
            <a:off x="9359341" y="2900060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연두</a:t>
            </a:r>
          </a:p>
        </p:txBody>
      </p:sp>
      <p:sp>
        <p:nvSpPr>
          <p:cNvPr id="274" name="타원 273">
            <a:extLst>
              <a:ext uri="{FF2B5EF4-FFF2-40B4-BE49-F238E27FC236}">
                <a16:creationId xmlns:a16="http://schemas.microsoft.com/office/drawing/2014/main" id="{55ECBEE2-8039-966F-8B1B-4D6B3F565248}"/>
              </a:ext>
            </a:extLst>
          </p:cNvPr>
          <p:cNvSpPr/>
          <p:nvPr/>
        </p:nvSpPr>
        <p:spPr>
          <a:xfrm>
            <a:off x="7830104" y="2991468"/>
            <a:ext cx="905083" cy="90508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알 수 없음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CA6D17E7-D0F4-6259-3589-00DF9F333B3D}"/>
              </a:ext>
            </a:extLst>
          </p:cNvPr>
          <p:cNvSpPr txBox="1"/>
          <p:nvPr/>
        </p:nvSpPr>
        <p:spPr>
          <a:xfrm>
            <a:off x="9359341" y="3736927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초록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4E68F454-B591-BE1C-CB73-7A0615145E7F}"/>
              </a:ext>
            </a:extLst>
          </p:cNvPr>
          <p:cNvSpPr txBox="1"/>
          <p:nvPr/>
        </p:nvSpPr>
        <p:spPr>
          <a:xfrm>
            <a:off x="8837315" y="4450548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하늘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E4F9BB8D-96FE-68C7-99EB-5D24A6593377}"/>
              </a:ext>
            </a:extLst>
          </p:cNvPr>
          <p:cNvSpPr txBox="1"/>
          <p:nvPr/>
        </p:nvSpPr>
        <p:spPr>
          <a:xfrm>
            <a:off x="7984116" y="4689718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파랑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9D6E9213-2431-C39C-9C1B-685C750429AD}"/>
              </a:ext>
            </a:extLst>
          </p:cNvPr>
          <p:cNvSpPr txBox="1"/>
          <p:nvPr/>
        </p:nvSpPr>
        <p:spPr>
          <a:xfrm>
            <a:off x="6640278" y="3782754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보라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A267A544-0994-F926-BA34-DB26D88AC141}"/>
              </a:ext>
            </a:extLst>
          </p:cNvPr>
          <p:cNvSpPr txBox="1"/>
          <p:nvPr/>
        </p:nvSpPr>
        <p:spPr>
          <a:xfrm>
            <a:off x="6640278" y="2879485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갈색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D597F4ED-2ACE-1F35-B6B3-46316845D832}"/>
              </a:ext>
            </a:extLst>
          </p:cNvPr>
          <p:cNvSpPr txBox="1"/>
          <p:nvPr/>
        </p:nvSpPr>
        <p:spPr>
          <a:xfrm>
            <a:off x="7131753" y="2165669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주황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FA5D83CF-9CA4-2914-270E-7B89BFC29DE0}"/>
              </a:ext>
            </a:extLst>
          </p:cNvPr>
          <p:cNvSpPr txBox="1"/>
          <p:nvPr/>
        </p:nvSpPr>
        <p:spPr>
          <a:xfrm>
            <a:off x="7159565" y="4477792"/>
            <a:ext cx="56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1C1C1C"/>
                  </a:solidFill>
                </a:ln>
                <a:solidFill>
                  <a:schemeClr val="bg1"/>
                </a:solidFill>
                <a:latin typeface="a빅체" panose="02020600000000000000" pitchFamily="18" charset="-127"/>
                <a:ea typeface="a빅체" panose="02020600000000000000" pitchFamily="18" charset="-127"/>
              </a:rPr>
              <a:t>핑크</a:t>
            </a:r>
          </a:p>
        </p:txBody>
      </p:sp>
      <p:sp>
        <p:nvSpPr>
          <p:cNvPr id="282" name="사다리꼴 281">
            <a:extLst>
              <a:ext uri="{FF2B5EF4-FFF2-40B4-BE49-F238E27FC236}">
                <a16:creationId xmlns:a16="http://schemas.microsoft.com/office/drawing/2014/main" id="{32063E8D-81D1-73B6-2205-D61B19884919}"/>
              </a:ext>
            </a:extLst>
          </p:cNvPr>
          <p:cNvSpPr/>
          <p:nvPr/>
        </p:nvSpPr>
        <p:spPr>
          <a:xfrm rot="10800000">
            <a:off x="7856254" y="1580811"/>
            <a:ext cx="824551" cy="905082"/>
          </a:xfrm>
          <a:prstGeom prst="trapezoid">
            <a:avLst>
              <a:gd name="adj" fmla="val 1492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C1BA8C08-6D5F-9CBC-7A88-00164877637C}"/>
              </a:ext>
            </a:extLst>
          </p:cNvPr>
          <p:cNvSpPr/>
          <p:nvPr/>
        </p:nvSpPr>
        <p:spPr>
          <a:xfrm>
            <a:off x="1436914" y="1287962"/>
            <a:ext cx="1049853" cy="14198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0A972494-03E3-56CD-6E86-EDA82B6EC611}"/>
              </a:ext>
            </a:extLst>
          </p:cNvPr>
          <p:cNvGrpSpPr/>
          <p:nvPr/>
        </p:nvGrpSpPr>
        <p:grpSpPr>
          <a:xfrm>
            <a:off x="2595080" y="4198529"/>
            <a:ext cx="1078502" cy="1362800"/>
            <a:chOff x="2595080" y="4198529"/>
            <a:chExt cx="1078502" cy="1362800"/>
          </a:xfrm>
        </p:grpSpPr>
        <p:sp>
          <p:nvSpPr>
            <p:cNvPr id="285" name="직사각형 284">
              <a:extLst>
                <a:ext uri="{FF2B5EF4-FFF2-40B4-BE49-F238E27FC236}">
                  <a16:creationId xmlns:a16="http://schemas.microsoft.com/office/drawing/2014/main" id="{F9A12356-548C-35E2-3755-4898C79C16EF}"/>
                </a:ext>
              </a:extLst>
            </p:cNvPr>
            <p:cNvSpPr/>
            <p:nvPr/>
          </p:nvSpPr>
          <p:spPr>
            <a:xfrm>
              <a:off x="2595080" y="4198529"/>
              <a:ext cx="1078502" cy="13628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6" name="곱하기 기호 285">
              <a:extLst>
                <a:ext uri="{FF2B5EF4-FFF2-40B4-BE49-F238E27FC236}">
                  <a16:creationId xmlns:a16="http://schemas.microsoft.com/office/drawing/2014/main" id="{7184160F-E1DF-F503-5A86-11AD51339644}"/>
                </a:ext>
              </a:extLst>
            </p:cNvPr>
            <p:cNvSpPr/>
            <p:nvPr/>
          </p:nvSpPr>
          <p:spPr>
            <a:xfrm>
              <a:off x="2710030" y="4477792"/>
              <a:ext cx="808189" cy="804041"/>
            </a:xfrm>
            <a:prstGeom prst="mathMultiply">
              <a:avLst>
                <a:gd name="adj1" fmla="val 1268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7" name="순서도: 수행의 시작/종료 286">
            <a:extLst>
              <a:ext uri="{FF2B5EF4-FFF2-40B4-BE49-F238E27FC236}">
                <a16:creationId xmlns:a16="http://schemas.microsoft.com/office/drawing/2014/main" id="{A58F4994-E0AE-4B14-72ED-F9C62B6E846B}"/>
              </a:ext>
            </a:extLst>
          </p:cNvPr>
          <p:cNvSpPr/>
          <p:nvPr/>
        </p:nvSpPr>
        <p:spPr>
          <a:xfrm>
            <a:off x="4250733" y="4848848"/>
            <a:ext cx="1095901" cy="428557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OFF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2A6C210F-09D1-0D2D-E790-F4B4D34B1099}"/>
              </a:ext>
            </a:extLst>
          </p:cNvPr>
          <p:cNvSpPr txBox="1"/>
          <p:nvPr/>
        </p:nvSpPr>
        <p:spPr>
          <a:xfrm>
            <a:off x="4062873" y="4521143"/>
            <a:ext cx="1434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+mj-lt"/>
              </a:rPr>
              <a:t>킬 활성화</a:t>
            </a:r>
          </a:p>
        </p:txBody>
      </p:sp>
    </p:spTree>
    <p:extLst>
      <p:ext uri="{BB962C8B-B14F-4D97-AF65-F5344CB8AC3E}">
        <p14:creationId xmlns:p14="http://schemas.microsoft.com/office/powerpoint/2010/main" val="1039547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0DF4C-D9B1-321F-49AA-19384E25E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1174D8F-5FB2-1DE2-FA00-DE30E99E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신고 </a:t>
            </a:r>
            <a:r>
              <a:rPr lang="en-US" altLang="ko-KR" sz="2800" dirty="0"/>
              <a:t>– </a:t>
            </a:r>
            <a:r>
              <a:rPr lang="ko-KR" altLang="en-US" sz="2800" dirty="0"/>
              <a:t>채팅</a:t>
            </a: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89BC1EB6-2B67-86AD-ED63-4469D07C2041}"/>
              </a:ext>
            </a:extLst>
          </p:cNvPr>
          <p:cNvSpPr/>
          <p:nvPr/>
        </p:nvSpPr>
        <p:spPr>
          <a:xfrm>
            <a:off x="283469" y="727845"/>
            <a:ext cx="11590223" cy="5533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6F5F0CFE-55D6-843B-7195-2C9F9B78B8EC}"/>
              </a:ext>
            </a:extLst>
          </p:cNvPr>
          <p:cNvGrpSpPr/>
          <p:nvPr/>
        </p:nvGrpSpPr>
        <p:grpSpPr>
          <a:xfrm>
            <a:off x="3473632" y="1304072"/>
            <a:ext cx="5121728" cy="4388441"/>
            <a:chOff x="3473632" y="1304072"/>
            <a:chExt cx="5121728" cy="4388441"/>
          </a:xfrm>
        </p:grpSpPr>
        <p:sp>
          <p:nvSpPr>
            <p:cNvPr id="249" name="직사각형 248">
              <a:extLst>
                <a:ext uri="{FF2B5EF4-FFF2-40B4-BE49-F238E27FC236}">
                  <a16:creationId xmlns:a16="http://schemas.microsoft.com/office/drawing/2014/main" id="{A6747DA0-54AB-79BB-A6AC-D3CFAB5B8E19}"/>
                </a:ext>
              </a:extLst>
            </p:cNvPr>
            <p:cNvSpPr/>
            <p:nvPr/>
          </p:nvSpPr>
          <p:spPr>
            <a:xfrm>
              <a:off x="3473632" y="1304072"/>
              <a:ext cx="5121728" cy="4388441"/>
            </a:xfrm>
            <a:prstGeom prst="rect">
              <a:avLst/>
            </a:prstGeom>
            <a:solidFill>
              <a:srgbClr val="DCEA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0872BC1F-C3A7-7BC8-358C-AFE2B94FAAA8}"/>
                </a:ext>
              </a:extLst>
            </p:cNvPr>
            <p:cNvSpPr/>
            <p:nvPr/>
          </p:nvSpPr>
          <p:spPr>
            <a:xfrm>
              <a:off x="3657600" y="1423783"/>
              <a:ext cx="4720046" cy="348785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채팅 </a:t>
              </a:r>
              <a:r>
                <a:rPr lang="en-US" altLang="ko-KR" dirty="0">
                  <a:solidFill>
                    <a:schemeClr val="tx1"/>
                  </a:solidFill>
                </a:rPr>
                <a:t>Area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2519AC3A-EAF9-69B9-B519-41D80242D46D}"/>
                </a:ext>
              </a:extLst>
            </p:cNvPr>
            <p:cNvSpPr/>
            <p:nvPr/>
          </p:nvSpPr>
          <p:spPr>
            <a:xfrm>
              <a:off x="3657600" y="5031345"/>
              <a:ext cx="4720046" cy="47954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채팅입력란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8054D0-2613-1C43-66B5-7B7CFFBDC9C7}"/>
              </a:ext>
            </a:extLst>
          </p:cNvPr>
          <p:cNvSpPr/>
          <p:nvPr/>
        </p:nvSpPr>
        <p:spPr>
          <a:xfrm>
            <a:off x="10875917" y="973585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8B4988-8FCF-BCB2-BC29-C6C283DC9B1B}"/>
              </a:ext>
            </a:extLst>
          </p:cNvPr>
          <p:cNvSpPr/>
          <p:nvPr/>
        </p:nvSpPr>
        <p:spPr>
          <a:xfrm>
            <a:off x="10875917" y="21278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컬러피커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91C3FF-864E-7EB6-3668-56607ABC658F}"/>
              </a:ext>
            </a:extLst>
          </p:cNvPr>
          <p:cNvSpPr/>
          <p:nvPr/>
        </p:nvSpPr>
        <p:spPr>
          <a:xfrm>
            <a:off x="10875917" y="31565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42E018-0299-E643-636B-EFBEA3926100}"/>
              </a:ext>
            </a:extLst>
          </p:cNvPr>
          <p:cNvSpPr/>
          <p:nvPr/>
        </p:nvSpPr>
        <p:spPr>
          <a:xfrm>
            <a:off x="10875917" y="41852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투표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CB48AF1-C812-8E2E-31FC-911285C13432}"/>
              </a:ext>
            </a:extLst>
          </p:cNvPr>
          <p:cNvGrpSpPr/>
          <p:nvPr/>
        </p:nvGrpSpPr>
        <p:grpSpPr>
          <a:xfrm>
            <a:off x="531318" y="973585"/>
            <a:ext cx="363583" cy="5046215"/>
            <a:chOff x="531318" y="973585"/>
            <a:chExt cx="363583" cy="5046215"/>
          </a:xfrm>
        </p:grpSpPr>
        <p:sp>
          <p:nvSpPr>
            <p:cNvPr id="8" name="순서도: 대체 처리 7">
              <a:extLst>
                <a:ext uri="{FF2B5EF4-FFF2-40B4-BE49-F238E27FC236}">
                  <a16:creationId xmlns:a16="http://schemas.microsoft.com/office/drawing/2014/main" id="{2C7AC8B3-EFCE-EA66-F318-308F7FBEACE4}"/>
                </a:ext>
              </a:extLst>
            </p:cNvPr>
            <p:cNvSpPr/>
            <p:nvPr/>
          </p:nvSpPr>
          <p:spPr>
            <a:xfrm>
              <a:off x="533400" y="973585"/>
              <a:ext cx="361501" cy="504621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</a:rPr>
                <a:t>간</a:t>
              </a:r>
            </a:p>
          </p:txBody>
        </p:sp>
        <p:sp>
          <p:nvSpPr>
            <p:cNvPr id="9" name="순서도: 대체 처리 8">
              <a:extLst>
                <a:ext uri="{FF2B5EF4-FFF2-40B4-BE49-F238E27FC236}">
                  <a16:creationId xmlns:a16="http://schemas.microsoft.com/office/drawing/2014/main" id="{AC557385-FB0D-37DC-43EB-FB4E816142BE}"/>
                </a:ext>
              </a:extLst>
            </p:cNvPr>
            <p:cNvSpPr/>
            <p:nvPr/>
          </p:nvSpPr>
          <p:spPr>
            <a:xfrm>
              <a:off x="531318" y="3429000"/>
              <a:ext cx="361501" cy="2586055"/>
            </a:xfrm>
            <a:prstGeom prst="flowChartAlternate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남은시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5924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DD743-3189-C57D-8A23-F8C2543E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0952558-FEDB-64A3-556D-E66AB4DCC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신고 </a:t>
            </a:r>
            <a:r>
              <a:rPr lang="en-US" altLang="ko-KR" sz="2800" dirty="0"/>
              <a:t>– </a:t>
            </a:r>
            <a:r>
              <a:rPr lang="ko-KR" altLang="en-US" sz="2800" dirty="0"/>
              <a:t>투표</a:t>
            </a:r>
            <a:r>
              <a:rPr lang="en-US" altLang="ko-KR" sz="2800" dirty="0"/>
              <a:t>(</a:t>
            </a:r>
            <a:r>
              <a:rPr lang="ko-KR" altLang="en-US" sz="2800" dirty="0"/>
              <a:t>특정 시간 도착 전엔 투표 불가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38934B9E-7557-14BF-5FBC-9C08F30B1F3D}"/>
              </a:ext>
            </a:extLst>
          </p:cNvPr>
          <p:cNvSpPr/>
          <p:nvPr/>
        </p:nvSpPr>
        <p:spPr>
          <a:xfrm>
            <a:off x="283469" y="727845"/>
            <a:ext cx="11590223" cy="5533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47AF391-941B-F994-7665-700FF97A8862}"/>
              </a:ext>
            </a:extLst>
          </p:cNvPr>
          <p:cNvSpPr/>
          <p:nvPr/>
        </p:nvSpPr>
        <p:spPr>
          <a:xfrm>
            <a:off x="10875917" y="973585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2BEEF2-24EE-1137-7F67-F60425AA8651}"/>
              </a:ext>
            </a:extLst>
          </p:cNvPr>
          <p:cNvSpPr/>
          <p:nvPr/>
        </p:nvSpPr>
        <p:spPr>
          <a:xfrm>
            <a:off x="10875917" y="21278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컬러피커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D0F4C5-F2B7-5BB0-7878-48898A83BC5F}"/>
              </a:ext>
            </a:extLst>
          </p:cNvPr>
          <p:cNvSpPr/>
          <p:nvPr/>
        </p:nvSpPr>
        <p:spPr>
          <a:xfrm>
            <a:off x="10875917" y="31565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194B33-6BC6-F1F5-29E3-41E2DA29C75F}"/>
              </a:ext>
            </a:extLst>
          </p:cNvPr>
          <p:cNvSpPr/>
          <p:nvPr/>
        </p:nvSpPr>
        <p:spPr>
          <a:xfrm>
            <a:off x="10875917" y="41852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투표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D3C19A-6F21-6A6D-4251-632DAC0C7D5C}"/>
              </a:ext>
            </a:extLst>
          </p:cNvPr>
          <p:cNvSpPr/>
          <p:nvPr/>
        </p:nvSpPr>
        <p:spPr>
          <a:xfrm>
            <a:off x="1316082" y="1181100"/>
            <a:ext cx="9275073" cy="4876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40252BD6-C5D3-17D2-2BF6-CD9E86CC0046}"/>
              </a:ext>
            </a:extLst>
          </p:cNvPr>
          <p:cNvSpPr/>
          <p:nvPr/>
        </p:nvSpPr>
        <p:spPr>
          <a:xfrm>
            <a:off x="1495425" y="1355026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CFDFA835-B3D0-A91C-FC39-8FD629B7B262}"/>
              </a:ext>
            </a:extLst>
          </p:cNvPr>
          <p:cNvSpPr/>
          <p:nvPr/>
        </p:nvSpPr>
        <p:spPr>
          <a:xfrm>
            <a:off x="6096000" y="1355026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D73F8964-2D12-CEB1-8444-9610AED3BAB2}"/>
              </a:ext>
            </a:extLst>
          </p:cNvPr>
          <p:cNvSpPr/>
          <p:nvPr/>
        </p:nvSpPr>
        <p:spPr>
          <a:xfrm>
            <a:off x="1495425" y="2161653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D8165EEC-63AF-1652-71BC-384F29CC2152}"/>
              </a:ext>
            </a:extLst>
          </p:cNvPr>
          <p:cNvSpPr/>
          <p:nvPr/>
        </p:nvSpPr>
        <p:spPr>
          <a:xfrm>
            <a:off x="6096000" y="2161653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D378A53A-8CC4-5A7D-285C-1AF84B073852}"/>
              </a:ext>
            </a:extLst>
          </p:cNvPr>
          <p:cNvSpPr/>
          <p:nvPr/>
        </p:nvSpPr>
        <p:spPr>
          <a:xfrm>
            <a:off x="1495425" y="2998155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순서도: 대체 처리 15">
            <a:extLst>
              <a:ext uri="{FF2B5EF4-FFF2-40B4-BE49-F238E27FC236}">
                <a16:creationId xmlns:a16="http://schemas.microsoft.com/office/drawing/2014/main" id="{067A63A5-6BCC-9AD8-3D9A-E8EEEB8791CD}"/>
              </a:ext>
            </a:extLst>
          </p:cNvPr>
          <p:cNvSpPr/>
          <p:nvPr/>
        </p:nvSpPr>
        <p:spPr>
          <a:xfrm>
            <a:off x="6096000" y="2998155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순서도: 대체 처리 16">
            <a:extLst>
              <a:ext uri="{FF2B5EF4-FFF2-40B4-BE49-F238E27FC236}">
                <a16:creationId xmlns:a16="http://schemas.microsoft.com/office/drawing/2014/main" id="{C99055A5-111F-B841-F737-931546AC1F25}"/>
              </a:ext>
            </a:extLst>
          </p:cNvPr>
          <p:cNvSpPr/>
          <p:nvPr/>
        </p:nvSpPr>
        <p:spPr>
          <a:xfrm>
            <a:off x="1495425" y="3834657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순서도: 대체 처리 17">
            <a:extLst>
              <a:ext uri="{FF2B5EF4-FFF2-40B4-BE49-F238E27FC236}">
                <a16:creationId xmlns:a16="http://schemas.microsoft.com/office/drawing/2014/main" id="{59915263-0E9A-1B47-C870-2120035F4284}"/>
              </a:ext>
            </a:extLst>
          </p:cNvPr>
          <p:cNvSpPr/>
          <p:nvPr/>
        </p:nvSpPr>
        <p:spPr>
          <a:xfrm>
            <a:off x="6096000" y="3834657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대체 처리 18">
            <a:extLst>
              <a:ext uri="{FF2B5EF4-FFF2-40B4-BE49-F238E27FC236}">
                <a16:creationId xmlns:a16="http://schemas.microsoft.com/office/drawing/2014/main" id="{3D1BABE7-0E7B-77A7-3B50-6F761E29DD07}"/>
              </a:ext>
            </a:extLst>
          </p:cNvPr>
          <p:cNvSpPr/>
          <p:nvPr/>
        </p:nvSpPr>
        <p:spPr>
          <a:xfrm>
            <a:off x="1495425" y="4679579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대체 처리 19">
            <a:extLst>
              <a:ext uri="{FF2B5EF4-FFF2-40B4-BE49-F238E27FC236}">
                <a16:creationId xmlns:a16="http://schemas.microsoft.com/office/drawing/2014/main" id="{E8B80A83-409D-DAD2-F4BC-BD074E0B673A}"/>
              </a:ext>
            </a:extLst>
          </p:cNvPr>
          <p:cNvSpPr/>
          <p:nvPr/>
        </p:nvSpPr>
        <p:spPr>
          <a:xfrm>
            <a:off x="6096000" y="4679579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대체 처리 20">
            <a:extLst>
              <a:ext uri="{FF2B5EF4-FFF2-40B4-BE49-F238E27FC236}">
                <a16:creationId xmlns:a16="http://schemas.microsoft.com/office/drawing/2014/main" id="{209DC6B2-24A2-2EC8-5621-4B830A159E57}"/>
              </a:ext>
            </a:extLst>
          </p:cNvPr>
          <p:cNvSpPr/>
          <p:nvPr/>
        </p:nvSpPr>
        <p:spPr>
          <a:xfrm>
            <a:off x="1495425" y="1351174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24" name="순서도: 대체 처리 23">
            <a:extLst>
              <a:ext uri="{FF2B5EF4-FFF2-40B4-BE49-F238E27FC236}">
                <a16:creationId xmlns:a16="http://schemas.microsoft.com/office/drawing/2014/main" id="{B488854D-5483-6FD0-A9D3-E0B603210672}"/>
              </a:ext>
            </a:extLst>
          </p:cNvPr>
          <p:cNvSpPr/>
          <p:nvPr/>
        </p:nvSpPr>
        <p:spPr>
          <a:xfrm>
            <a:off x="6094331" y="1351174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25" name="순서도: 대체 처리 24">
            <a:extLst>
              <a:ext uri="{FF2B5EF4-FFF2-40B4-BE49-F238E27FC236}">
                <a16:creationId xmlns:a16="http://schemas.microsoft.com/office/drawing/2014/main" id="{034D267B-F546-7144-5FC7-7B0455444880}"/>
              </a:ext>
            </a:extLst>
          </p:cNvPr>
          <p:cNvSpPr/>
          <p:nvPr/>
        </p:nvSpPr>
        <p:spPr>
          <a:xfrm>
            <a:off x="1495425" y="2174664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26" name="순서도: 대체 처리 25">
            <a:extLst>
              <a:ext uri="{FF2B5EF4-FFF2-40B4-BE49-F238E27FC236}">
                <a16:creationId xmlns:a16="http://schemas.microsoft.com/office/drawing/2014/main" id="{B18AC9B7-3248-A944-97C4-40368C1E2BBF}"/>
              </a:ext>
            </a:extLst>
          </p:cNvPr>
          <p:cNvSpPr/>
          <p:nvPr/>
        </p:nvSpPr>
        <p:spPr>
          <a:xfrm>
            <a:off x="6094331" y="2174664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27" name="순서도: 대체 처리 26">
            <a:extLst>
              <a:ext uri="{FF2B5EF4-FFF2-40B4-BE49-F238E27FC236}">
                <a16:creationId xmlns:a16="http://schemas.microsoft.com/office/drawing/2014/main" id="{3463E64F-C48D-FEF8-CE65-7682D65F070B}"/>
              </a:ext>
            </a:extLst>
          </p:cNvPr>
          <p:cNvSpPr/>
          <p:nvPr/>
        </p:nvSpPr>
        <p:spPr>
          <a:xfrm>
            <a:off x="1495425" y="3011166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28" name="순서도: 대체 처리 27">
            <a:extLst>
              <a:ext uri="{FF2B5EF4-FFF2-40B4-BE49-F238E27FC236}">
                <a16:creationId xmlns:a16="http://schemas.microsoft.com/office/drawing/2014/main" id="{3CA2074F-3E94-CA45-323B-35E436A09C0D}"/>
              </a:ext>
            </a:extLst>
          </p:cNvPr>
          <p:cNvSpPr/>
          <p:nvPr/>
        </p:nvSpPr>
        <p:spPr>
          <a:xfrm>
            <a:off x="6094331" y="3011166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29" name="순서도: 대체 처리 28">
            <a:extLst>
              <a:ext uri="{FF2B5EF4-FFF2-40B4-BE49-F238E27FC236}">
                <a16:creationId xmlns:a16="http://schemas.microsoft.com/office/drawing/2014/main" id="{FAF35AB1-CDE3-DCED-4EEC-66A3D917C5C0}"/>
              </a:ext>
            </a:extLst>
          </p:cNvPr>
          <p:cNvSpPr/>
          <p:nvPr/>
        </p:nvSpPr>
        <p:spPr>
          <a:xfrm>
            <a:off x="1495425" y="3832361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30" name="순서도: 대체 처리 29">
            <a:extLst>
              <a:ext uri="{FF2B5EF4-FFF2-40B4-BE49-F238E27FC236}">
                <a16:creationId xmlns:a16="http://schemas.microsoft.com/office/drawing/2014/main" id="{1B2D2EB0-F79B-E424-5AAB-7A8EFDC96163}"/>
              </a:ext>
            </a:extLst>
          </p:cNvPr>
          <p:cNvSpPr/>
          <p:nvPr/>
        </p:nvSpPr>
        <p:spPr>
          <a:xfrm>
            <a:off x="6094331" y="3832361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31" name="순서도: 대체 처리 30">
            <a:extLst>
              <a:ext uri="{FF2B5EF4-FFF2-40B4-BE49-F238E27FC236}">
                <a16:creationId xmlns:a16="http://schemas.microsoft.com/office/drawing/2014/main" id="{0F587F2A-C17C-8455-0C8F-7D48A1DE43A2}"/>
              </a:ext>
            </a:extLst>
          </p:cNvPr>
          <p:cNvSpPr/>
          <p:nvPr/>
        </p:nvSpPr>
        <p:spPr>
          <a:xfrm>
            <a:off x="1495425" y="4669697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32" name="순서도: 대체 처리 31">
            <a:extLst>
              <a:ext uri="{FF2B5EF4-FFF2-40B4-BE49-F238E27FC236}">
                <a16:creationId xmlns:a16="http://schemas.microsoft.com/office/drawing/2014/main" id="{98D66E75-26AB-1DE8-62E3-958FCF531774}"/>
              </a:ext>
            </a:extLst>
          </p:cNvPr>
          <p:cNvSpPr/>
          <p:nvPr/>
        </p:nvSpPr>
        <p:spPr>
          <a:xfrm>
            <a:off x="6094331" y="4669697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D040CF-ECDB-F8C1-88EC-44AA2726F0BA}"/>
              </a:ext>
            </a:extLst>
          </p:cNvPr>
          <p:cNvSpPr txBox="1"/>
          <p:nvPr/>
        </p:nvSpPr>
        <p:spPr>
          <a:xfrm>
            <a:off x="2771775" y="1351174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0F6030-03D4-9966-77C5-97B98953CB3B}"/>
              </a:ext>
            </a:extLst>
          </p:cNvPr>
          <p:cNvSpPr txBox="1"/>
          <p:nvPr/>
        </p:nvSpPr>
        <p:spPr>
          <a:xfrm>
            <a:off x="7575468" y="1351174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– </a:t>
            </a:r>
            <a:r>
              <a:rPr lang="ko-KR" altLang="en-US" sz="1200" dirty="0"/>
              <a:t>직업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0D3DDA-8CF9-2D20-8C67-EAB68C1E8FBE}"/>
              </a:ext>
            </a:extLst>
          </p:cNvPr>
          <p:cNvSpPr txBox="1"/>
          <p:nvPr/>
        </p:nvSpPr>
        <p:spPr>
          <a:xfrm>
            <a:off x="2771775" y="2170811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DEC23C-257A-0997-CD42-401209C964A5}"/>
              </a:ext>
            </a:extLst>
          </p:cNvPr>
          <p:cNvSpPr txBox="1"/>
          <p:nvPr/>
        </p:nvSpPr>
        <p:spPr>
          <a:xfrm>
            <a:off x="7575468" y="2170811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FBB397-9F1E-5B1F-F028-391567995FF4}"/>
              </a:ext>
            </a:extLst>
          </p:cNvPr>
          <p:cNvSpPr txBox="1"/>
          <p:nvPr/>
        </p:nvSpPr>
        <p:spPr>
          <a:xfrm>
            <a:off x="2771775" y="3008870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</a:t>
            </a:r>
            <a:r>
              <a:rPr lang="en-US" altLang="ko-KR" sz="1200" dirty="0"/>
              <a:t> - </a:t>
            </a:r>
            <a:r>
              <a:rPr lang="ko-KR" altLang="en-US" sz="1200" dirty="0"/>
              <a:t>직업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E66D4F-B595-BFCD-7B97-DBD021B7E860}"/>
              </a:ext>
            </a:extLst>
          </p:cNvPr>
          <p:cNvSpPr txBox="1"/>
          <p:nvPr/>
        </p:nvSpPr>
        <p:spPr>
          <a:xfrm>
            <a:off x="7575468" y="3008870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C0C75B-77C0-7747-E888-E0A2A9A463F0}"/>
              </a:ext>
            </a:extLst>
          </p:cNvPr>
          <p:cNvSpPr txBox="1"/>
          <p:nvPr/>
        </p:nvSpPr>
        <p:spPr>
          <a:xfrm>
            <a:off x="2771775" y="3810791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5E1AAE-C733-7854-051B-6CAC0D0664A5}"/>
              </a:ext>
            </a:extLst>
          </p:cNvPr>
          <p:cNvSpPr txBox="1"/>
          <p:nvPr/>
        </p:nvSpPr>
        <p:spPr>
          <a:xfrm>
            <a:off x="7575468" y="3810791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B13817-27C9-6B37-12E0-298AB44D07F4}"/>
              </a:ext>
            </a:extLst>
          </p:cNvPr>
          <p:cNvSpPr txBox="1"/>
          <p:nvPr/>
        </p:nvSpPr>
        <p:spPr>
          <a:xfrm>
            <a:off x="2771775" y="4667401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D51EB5-7892-1BE9-9183-502522E22339}"/>
              </a:ext>
            </a:extLst>
          </p:cNvPr>
          <p:cNvSpPr txBox="1"/>
          <p:nvPr/>
        </p:nvSpPr>
        <p:spPr>
          <a:xfrm>
            <a:off x="7575468" y="4667401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44" name="순서도: 대체 처리 43">
            <a:extLst>
              <a:ext uri="{FF2B5EF4-FFF2-40B4-BE49-F238E27FC236}">
                <a16:creationId xmlns:a16="http://schemas.microsoft.com/office/drawing/2014/main" id="{DB84E81C-65EE-742F-3648-FE94CAE41734}"/>
              </a:ext>
            </a:extLst>
          </p:cNvPr>
          <p:cNvSpPr/>
          <p:nvPr/>
        </p:nvSpPr>
        <p:spPr>
          <a:xfrm>
            <a:off x="1495425" y="5553075"/>
            <a:ext cx="857250" cy="3048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Skip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EC8F6FC-EC1E-770D-0343-112DDEB1940B}"/>
              </a:ext>
            </a:extLst>
          </p:cNvPr>
          <p:cNvGrpSpPr/>
          <p:nvPr/>
        </p:nvGrpSpPr>
        <p:grpSpPr>
          <a:xfrm>
            <a:off x="531318" y="973585"/>
            <a:ext cx="363583" cy="5046215"/>
            <a:chOff x="531318" y="973585"/>
            <a:chExt cx="363583" cy="5046215"/>
          </a:xfrm>
        </p:grpSpPr>
        <p:sp>
          <p:nvSpPr>
            <p:cNvPr id="56" name="순서도: 대체 처리 55">
              <a:extLst>
                <a:ext uri="{FF2B5EF4-FFF2-40B4-BE49-F238E27FC236}">
                  <a16:creationId xmlns:a16="http://schemas.microsoft.com/office/drawing/2014/main" id="{A21CA77C-AE3C-BA23-B394-4DAB36ACBB21}"/>
                </a:ext>
              </a:extLst>
            </p:cNvPr>
            <p:cNvSpPr/>
            <p:nvPr/>
          </p:nvSpPr>
          <p:spPr>
            <a:xfrm>
              <a:off x="533400" y="973585"/>
              <a:ext cx="361501" cy="504621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</a:rPr>
                <a:t>간</a:t>
              </a:r>
            </a:p>
          </p:txBody>
        </p:sp>
        <p:sp>
          <p:nvSpPr>
            <p:cNvPr id="57" name="순서도: 대체 처리 56">
              <a:extLst>
                <a:ext uri="{FF2B5EF4-FFF2-40B4-BE49-F238E27FC236}">
                  <a16:creationId xmlns:a16="http://schemas.microsoft.com/office/drawing/2014/main" id="{D4C2426C-084A-A7B4-9780-7239F82524D9}"/>
                </a:ext>
              </a:extLst>
            </p:cNvPr>
            <p:cNvSpPr/>
            <p:nvPr/>
          </p:nvSpPr>
          <p:spPr>
            <a:xfrm>
              <a:off x="531318" y="3832362"/>
              <a:ext cx="361501" cy="2182694"/>
            </a:xfrm>
            <a:prstGeom prst="flowChartAlternate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투표불가능</a:t>
              </a:r>
            </a:p>
          </p:txBody>
        </p:sp>
      </p:grpSp>
      <p:sp>
        <p:nvSpPr>
          <p:cNvPr id="58" name="타원 57">
            <a:extLst>
              <a:ext uri="{FF2B5EF4-FFF2-40B4-BE49-F238E27FC236}">
                <a16:creationId xmlns:a16="http://schemas.microsoft.com/office/drawing/2014/main" id="{0EE1154E-EE9B-E923-18C1-7F86B2CA6FBD}"/>
              </a:ext>
            </a:extLst>
          </p:cNvPr>
          <p:cNvSpPr/>
          <p:nvPr/>
        </p:nvSpPr>
        <p:spPr>
          <a:xfrm>
            <a:off x="9667874" y="2204014"/>
            <a:ext cx="695325" cy="557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신고표시</a:t>
            </a:r>
          </a:p>
        </p:txBody>
      </p:sp>
    </p:spTree>
    <p:extLst>
      <p:ext uri="{BB962C8B-B14F-4D97-AF65-F5344CB8AC3E}">
        <p14:creationId xmlns:p14="http://schemas.microsoft.com/office/powerpoint/2010/main" val="1211007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83C35-2716-2B99-13E0-384EB794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482534-64C1-C79D-9F30-051D28B3B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신고 </a:t>
            </a:r>
            <a:r>
              <a:rPr lang="en-US" altLang="ko-KR" sz="2800" dirty="0"/>
              <a:t>– </a:t>
            </a:r>
            <a:r>
              <a:rPr lang="ko-KR" altLang="en-US" sz="2800" dirty="0"/>
              <a:t>투표</a:t>
            </a:r>
            <a:r>
              <a:rPr lang="en-US" altLang="ko-KR" sz="2800" dirty="0"/>
              <a:t>(</a:t>
            </a:r>
            <a:r>
              <a:rPr lang="ko-KR" altLang="en-US" sz="2800" dirty="0"/>
              <a:t>투표 가능 시간에 클릭으로 투표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03E2006F-A38D-FE9C-5B87-11D3198D1AF1}"/>
              </a:ext>
            </a:extLst>
          </p:cNvPr>
          <p:cNvSpPr/>
          <p:nvPr/>
        </p:nvSpPr>
        <p:spPr>
          <a:xfrm>
            <a:off x="283469" y="727845"/>
            <a:ext cx="11590223" cy="5533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F85B602-9DC8-E432-5A48-E5E9DFEB590C}"/>
              </a:ext>
            </a:extLst>
          </p:cNvPr>
          <p:cNvSpPr/>
          <p:nvPr/>
        </p:nvSpPr>
        <p:spPr>
          <a:xfrm>
            <a:off x="10875917" y="973585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844DF5-49ED-0819-038D-337AD636BAC9}"/>
              </a:ext>
            </a:extLst>
          </p:cNvPr>
          <p:cNvSpPr/>
          <p:nvPr/>
        </p:nvSpPr>
        <p:spPr>
          <a:xfrm>
            <a:off x="10875917" y="21278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컬러피커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3EE00E-F08C-16A8-9237-BA1B24ACF09B}"/>
              </a:ext>
            </a:extLst>
          </p:cNvPr>
          <p:cNvSpPr/>
          <p:nvPr/>
        </p:nvSpPr>
        <p:spPr>
          <a:xfrm>
            <a:off x="10875917" y="31565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CDB0C7-4852-595A-75D9-9064B1707DA7}"/>
              </a:ext>
            </a:extLst>
          </p:cNvPr>
          <p:cNvSpPr/>
          <p:nvPr/>
        </p:nvSpPr>
        <p:spPr>
          <a:xfrm>
            <a:off x="10875917" y="418521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투표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DE8DA8-555D-25AA-F51E-CE58F75FE173}"/>
              </a:ext>
            </a:extLst>
          </p:cNvPr>
          <p:cNvSpPr/>
          <p:nvPr/>
        </p:nvSpPr>
        <p:spPr>
          <a:xfrm>
            <a:off x="1316082" y="1181100"/>
            <a:ext cx="9275073" cy="4876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ADC429C3-A999-3157-7141-48A24B351EFE}"/>
              </a:ext>
            </a:extLst>
          </p:cNvPr>
          <p:cNvSpPr/>
          <p:nvPr/>
        </p:nvSpPr>
        <p:spPr>
          <a:xfrm>
            <a:off x="1495425" y="1355026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21073CFC-E088-7836-7019-49BDD3BD713C}"/>
              </a:ext>
            </a:extLst>
          </p:cNvPr>
          <p:cNvSpPr/>
          <p:nvPr/>
        </p:nvSpPr>
        <p:spPr>
          <a:xfrm>
            <a:off x="6096000" y="1355026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26221C35-74F9-27F7-ED19-2C0AEAD2FC76}"/>
              </a:ext>
            </a:extLst>
          </p:cNvPr>
          <p:cNvSpPr/>
          <p:nvPr/>
        </p:nvSpPr>
        <p:spPr>
          <a:xfrm>
            <a:off x="1495425" y="2161653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509218B3-DA0A-E5CB-5B2C-2F6ED4212902}"/>
              </a:ext>
            </a:extLst>
          </p:cNvPr>
          <p:cNvSpPr/>
          <p:nvPr/>
        </p:nvSpPr>
        <p:spPr>
          <a:xfrm>
            <a:off x="6096000" y="2161653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6ABB581D-F596-0DB2-E562-36FC3F4A4BB7}"/>
              </a:ext>
            </a:extLst>
          </p:cNvPr>
          <p:cNvSpPr/>
          <p:nvPr/>
        </p:nvSpPr>
        <p:spPr>
          <a:xfrm>
            <a:off x="1495425" y="2998155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순서도: 대체 처리 15">
            <a:extLst>
              <a:ext uri="{FF2B5EF4-FFF2-40B4-BE49-F238E27FC236}">
                <a16:creationId xmlns:a16="http://schemas.microsoft.com/office/drawing/2014/main" id="{02A985A2-2CF3-12AC-1F61-F9F02E0359AD}"/>
              </a:ext>
            </a:extLst>
          </p:cNvPr>
          <p:cNvSpPr/>
          <p:nvPr/>
        </p:nvSpPr>
        <p:spPr>
          <a:xfrm>
            <a:off x="6096000" y="2998155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순서도: 대체 처리 16">
            <a:extLst>
              <a:ext uri="{FF2B5EF4-FFF2-40B4-BE49-F238E27FC236}">
                <a16:creationId xmlns:a16="http://schemas.microsoft.com/office/drawing/2014/main" id="{2F13AC42-E270-03A8-A1BB-BC1D72C9AC79}"/>
              </a:ext>
            </a:extLst>
          </p:cNvPr>
          <p:cNvSpPr/>
          <p:nvPr/>
        </p:nvSpPr>
        <p:spPr>
          <a:xfrm>
            <a:off x="1495425" y="3834657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순서도: 대체 처리 17">
            <a:extLst>
              <a:ext uri="{FF2B5EF4-FFF2-40B4-BE49-F238E27FC236}">
                <a16:creationId xmlns:a16="http://schemas.microsoft.com/office/drawing/2014/main" id="{145BA0DB-B9F3-7890-CF92-B8BF949AFCCE}"/>
              </a:ext>
            </a:extLst>
          </p:cNvPr>
          <p:cNvSpPr/>
          <p:nvPr/>
        </p:nvSpPr>
        <p:spPr>
          <a:xfrm>
            <a:off x="6096000" y="3834657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대체 처리 18">
            <a:extLst>
              <a:ext uri="{FF2B5EF4-FFF2-40B4-BE49-F238E27FC236}">
                <a16:creationId xmlns:a16="http://schemas.microsoft.com/office/drawing/2014/main" id="{1EF81F95-3522-9F0E-D0EC-64CA3C955AB1}"/>
              </a:ext>
            </a:extLst>
          </p:cNvPr>
          <p:cNvSpPr/>
          <p:nvPr/>
        </p:nvSpPr>
        <p:spPr>
          <a:xfrm>
            <a:off x="1495425" y="4679579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대체 처리 19">
            <a:extLst>
              <a:ext uri="{FF2B5EF4-FFF2-40B4-BE49-F238E27FC236}">
                <a16:creationId xmlns:a16="http://schemas.microsoft.com/office/drawing/2014/main" id="{F04900E7-21B1-2AEF-45C0-A681ADB071C2}"/>
              </a:ext>
            </a:extLst>
          </p:cNvPr>
          <p:cNvSpPr/>
          <p:nvPr/>
        </p:nvSpPr>
        <p:spPr>
          <a:xfrm>
            <a:off x="6096000" y="4679579"/>
            <a:ext cx="4305300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대체 처리 20">
            <a:extLst>
              <a:ext uri="{FF2B5EF4-FFF2-40B4-BE49-F238E27FC236}">
                <a16:creationId xmlns:a16="http://schemas.microsoft.com/office/drawing/2014/main" id="{822D7583-F925-3E79-D3C0-BC6823EADB57}"/>
              </a:ext>
            </a:extLst>
          </p:cNvPr>
          <p:cNvSpPr/>
          <p:nvPr/>
        </p:nvSpPr>
        <p:spPr>
          <a:xfrm>
            <a:off x="1495425" y="1351174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24" name="순서도: 대체 처리 23">
            <a:extLst>
              <a:ext uri="{FF2B5EF4-FFF2-40B4-BE49-F238E27FC236}">
                <a16:creationId xmlns:a16="http://schemas.microsoft.com/office/drawing/2014/main" id="{7FA69F4D-0181-E240-900C-9EE7793D146A}"/>
              </a:ext>
            </a:extLst>
          </p:cNvPr>
          <p:cNvSpPr/>
          <p:nvPr/>
        </p:nvSpPr>
        <p:spPr>
          <a:xfrm>
            <a:off x="6094331" y="1351174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25" name="순서도: 대체 처리 24">
            <a:extLst>
              <a:ext uri="{FF2B5EF4-FFF2-40B4-BE49-F238E27FC236}">
                <a16:creationId xmlns:a16="http://schemas.microsoft.com/office/drawing/2014/main" id="{4522268D-8AC4-FA5A-5D97-9338AD10D93A}"/>
              </a:ext>
            </a:extLst>
          </p:cNvPr>
          <p:cNvSpPr/>
          <p:nvPr/>
        </p:nvSpPr>
        <p:spPr>
          <a:xfrm>
            <a:off x="1495425" y="2174664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26" name="순서도: 대체 처리 25">
            <a:extLst>
              <a:ext uri="{FF2B5EF4-FFF2-40B4-BE49-F238E27FC236}">
                <a16:creationId xmlns:a16="http://schemas.microsoft.com/office/drawing/2014/main" id="{905E2210-D6EA-2A12-44DB-82D6F95486CA}"/>
              </a:ext>
            </a:extLst>
          </p:cNvPr>
          <p:cNvSpPr/>
          <p:nvPr/>
        </p:nvSpPr>
        <p:spPr>
          <a:xfrm>
            <a:off x="6094331" y="2174664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27" name="순서도: 대체 처리 26">
            <a:extLst>
              <a:ext uri="{FF2B5EF4-FFF2-40B4-BE49-F238E27FC236}">
                <a16:creationId xmlns:a16="http://schemas.microsoft.com/office/drawing/2014/main" id="{1A0C4D20-ED95-55AA-0E87-D8E06DA41A45}"/>
              </a:ext>
            </a:extLst>
          </p:cNvPr>
          <p:cNvSpPr/>
          <p:nvPr/>
        </p:nvSpPr>
        <p:spPr>
          <a:xfrm>
            <a:off x="1495425" y="3011166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28" name="순서도: 대체 처리 27">
            <a:extLst>
              <a:ext uri="{FF2B5EF4-FFF2-40B4-BE49-F238E27FC236}">
                <a16:creationId xmlns:a16="http://schemas.microsoft.com/office/drawing/2014/main" id="{BEB3F5CD-1664-9A00-A383-A6D62509C197}"/>
              </a:ext>
            </a:extLst>
          </p:cNvPr>
          <p:cNvSpPr/>
          <p:nvPr/>
        </p:nvSpPr>
        <p:spPr>
          <a:xfrm>
            <a:off x="6094331" y="3011166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29" name="순서도: 대체 처리 28">
            <a:extLst>
              <a:ext uri="{FF2B5EF4-FFF2-40B4-BE49-F238E27FC236}">
                <a16:creationId xmlns:a16="http://schemas.microsoft.com/office/drawing/2014/main" id="{40A1ADB3-3B3A-BDC7-2A9E-8A9642D78805}"/>
              </a:ext>
            </a:extLst>
          </p:cNvPr>
          <p:cNvSpPr/>
          <p:nvPr/>
        </p:nvSpPr>
        <p:spPr>
          <a:xfrm>
            <a:off x="1495425" y="3832361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30" name="순서도: 대체 처리 29">
            <a:extLst>
              <a:ext uri="{FF2B5EF4-FFF2-40B4-BE49-F238E27FC236}">
                <a16:creationId xmlns:a16="http://schemas.microsoft.com/office/drawing/2014/main" id="{71A25865-7763-28FC-272A-5B3CEFB97369}"/>
              </a:ext>
            </a:extLst>
          </p:cNvPr>
          <p:cNvSpPr/>
          <p:nvPr/>
        </p:nvSpPr>
        <p:spPr>
          <a:xfrm>
            <a:off x="6094331" y="3832361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31" name="순서도: 대체 처리 30">
            <a:extLst>
              <a:ext uri="{FF2B5EF4-FFF2-40B4-BE49-F238E27FC236}">
                <a16:creationId xmlns:a16="http://schemas.microsoft.com/office/drawing/2014/main" id="{E2AC8EF0-296A-0CE9-C36F-FAB074084FD0}"/>
              </a:ext>
            </a:extLst>
          </p:cNvPr>
          <p:cNvSpPr/>
          <p:nvPr/>
        </p:nvSpPr>
        <p:spPr>
          <a:xfrm>
            <a:off x="1495425" y="4669697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32" name="순서도: 대체 처리 31">
            <a:extLst>
              <a:ext uri="{FF2B5EF4-FFF2-40B4-BE49-F238E27FC236}">
                <a16:creationId xmlns:a16="http://schemas.microsoft.com/office/drawing/2014/main" id="{AACC497C-041C-5DFB-8B24-AB67E2A3E796}"/>
              </a:ext>
            </a:extLst>
          </p:cNvPr>
          <p:cNvSpPr/>
          <p:nvPr/>
        </p:nvSpPr>
        <p:spPr>
          <a:xfrm>
            <a:off x="6094331" y="4669697"/>
            <a:ext cx="695325" cy="6327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2DA5B6-5AA0-3520-0243-0C5A8A512654}"/>
              </a:ext>
            </a:extLst>
          </p:cNvPr>
          <p:cNvSpPr txBox="1"/>
          <p:nvPr/>
        </p:nvSpPr>
        <p:spPr>
          <a:xfrm>
            <a:off x="2771775" y="1351174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3D08A9-7F9A-88EF-1BCC-C4E2EEE5C98D}"/>
              </a:ext>
            </a:extLst>
          </p:cNvPr>
          <p:cNvSpPr txBox="1"/>
          <p:nvPr/>
        </p:nvSpPr>
        <p:spPr>
          <a:xfrm>
            <a:off x="7575468" y="1351174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– </a:t>
            </a:r>
            <a:r>
              <a:rPr lang="ko-KR" altLang="en-US" sz="1200" dirty="0"/>
              <a:t>직업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90D5C9-99FF-5EEB-ABB6-63FB6AAC963A}"/>
              </a:ext>
            </a:extLst>
          </p:cNvPr>
          <p:cNvSpPr txBox="1"/>
          <p:nvPr/>
        </p:nvSpPr>
        <p:spPr>
          <a:xfrm>
            <a:off x="2771775" y="2170811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CD2D7F-6BFB-4E61-B31B-08B3155BE279}"/>
              </a:ext>
            </a:extLst>
          </p:cNvPr>
          <p:cNvSpPr txBox="1"/>
          <p:nvPr/>
        </p:nvSpPr>
        <p:spPr>
          <a:xfrm>
            <a:off x="7575468" y="2170811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5043C4-7B14-CB1C-AAD2-E7833F0AAB03}"/>
              </a:ext>
            </a:extLst>
          </p:cNvPr>
          <p:cNvSpPr txBox="1"/>
          <p:nvPr/>
        </p:nvSpPr>
        <p:spPr>
          <a:xfrm>
            <a:off x="2771775" y="3008870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</a:t>
            </a:r>
            <a:r>
              <a:rPr lang="en-US" altLang="ko-KR" sz="1200" dirty="0"/>
              <a:t> - </a:t>
            </a:r>
            <a:r>
              <a:rPr lang="ko-KR" altLang="en-US" sz="1200" dirty="0"/>
              <a:t>직업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3F6ED8-FC80-A6F6-A0B6-C0AE7A34B983}"/>
              </a:ext>
            </a:extLst>
          </p:cNvPr>
          <p:cNvSpPr txBox="1"/>
          <p:nvPr/>
        </p:nvSpPr>
        <p:spPr>
          <a:xfrm>
            <a:off x="7575468" y="3008870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890005-57EF-07A8-11F4-CA140BE9F8AE}"/>
              </a:ext>
            </a:extLst>
          </p:cNvPr>
          <p:cNvSpPr txBox="1"/>
          <p:nvPr/>
        </p:nvSpPr>
        <p:spPr>
          <a:xfrm>
            <a:off x="2771775" y="3810791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AB91A5-041D-E3E2-C700-27B87CFE5810}"/>
              </a:ext>
            </a:extLst>
          </p:cNvPr>
          <p:cNvSpPr txBox="1"/>
          <p:nvPr/>
        </p:nvSpPr>
        <p:spPr>
          <a:xfrm>
            <a:off x="7575468" y="3810791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36534A-FD80-1E17-33C1-5A71E8AA4CF0}"/>
              </a:ext>
            </a:extLst>
          </p:cNvPr>
          <p:cNvSpPr txBox="1"/>
          <p:nvPr/>
        </p:nvSpPr>
        <p:spPr>
          <a:xfrm>
            <a:off x="2771775" y="4667401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CA6FB9-84C1-6882-6C47-8F18636098F2}"/>
              </a:ext>
            </a:extLst>
          </p:cNvPr>
          <p:cNvSpPr txBox="1"/>
          <p:nvPr/>
        </p:nvSpPr>
        <p:spPr>
          <a:xfrm>
            <a:off x="7575468" y="4667401"/>
            <a:ext cx="2040019" cy="24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닉네임 </a:t>
            </a:r>
            <a:r>
              <a:rPr lang="en-US" altLang="ko-KR" sz="1200" dirty="0"/>
              <a:t>- </a:t>
            </a:r>
            <a:r>
              <a:rPr lang="ko-KR" altLang="en-US" sz="1200" dirty="0"/>
              <a:t>직업</a:t>
            </a:r>
          </a:p>
        </p:txBody>
      </p:sp>
      <p:sp>
        <p:nvSpPr>
          <p:cNvPr id="44" name="순서도: 대체 처리 43">
            <a:extLst>
              <a:ext uri="{FF2B5EF4-FFF2-40B4-BE49-F238E27FC236}">
                <a16:creationId xmlns:a16="http://schemas.microsoft.com/office/drawing/2014/main" id="{3DA6A9B3-1399-073E-9859-C9D693F86F0F}"/>
              </a:ext>
            </a:extLst>
          </p:cNvPr>
          <p:cNvSpPr/>
          <p:nvPr/>
        </p:nvSpPr>
        <p:spPr>
          <a:xfrm>
            <a:off x="1495425" y="5553075"/>
            <a:ext cx="857250" cy="3048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Skip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485D9905-B89F-1B2D-3317-901C58734E1A}"/>
              </a:ext>
            </a:extLst>
          </p:cNvPr>
          <p:cNvSpPr/>
          <p:nvPr/>
        </p:nvSpPr>
        <p:spPr>
          <a:xfrm>
            <a:off x="2771775" y="1671028"/>
            <a:ext cx="228600" cy="23145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투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1E60860D-36D7-AA85-CBF9-F3A74FF42CE5}"/>
              </a:ext>
            </a:extLst>
          </p:cNvPr>
          <p:cNvSpPr/>
          <p:nvPr/>
        </p:nvSpPr>
        <p:spPr>
          <a:xfrm>
            <a:off x="3109063" y="1671028"/>
            <a:ext cx="228600" cy="23145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투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CD4E5C8E-6856-CAB4-BAD2-94D285A237E6}"/>
              </a:ext>
            </a:extLst>
          </p:cNvPr>
          <p:cNvSpPr/>
          <p:nvPr/>
        </p:nvSpPr>
        <p:spPr>
          <a:xfrm>
            <a:off x="3454237" y="1671028"/>
            <a:ext cx="228600" cy="23145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투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65B4B231-7AF2-B465-2DB2-2EF6CEEA09E3}"/>
              </a:ext>
            </a:extLst>
          </p:cNvPr>
          <p:cNvSpPr/>
          <p:nvPr/>
        </p:nvSpPr>
        <p:spPr>
          <a:xfrm>
            <a:off x="2771775" y="2453676"/>
            <a:ext cx="228600" cy="23145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투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56A5D1C8-97FE-C9DC-D4B3-451554856A27}"/>
              </a:ext>
            </a:extLst>
          </p:cNvPr>
          <p:cNvSpPr/>
          <p:nvPr/>
        </p:nvSpPr>
        <p:spPr>
          <a:xfrm>
            <a:off x="2771775" y="5628234"/>
            <a:ext cx="228600" cy="23145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투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C4DBADBA-F882-704A-2361-CEC399428999}"/>
              </a:ext>
            </a:extLst>
          </p:cNvPr>
          <p:cNvSpPr/>
          <p:nvPr/>
        </p:nvSpPr>
        <p:spPr>
          <a:xfrm>
            <a:off x="3109063" y="5628234"/>
            <a:ext cx="228600" cy="23145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투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6D21D8CD-1B28-9322-5F63-6951A5966C00}"/>
              </a:ext>
            </a:extLst>
          </p:cNvPr>
          <p:cNvSpPr/>
          <p:nvPr/>
        </p:nvSpPr>
        <p:spPr>
          <a:xfrm>
            <a:off x="3446351" y="5628234"/>
            <a:ext cx="228600" cy="23145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투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9AD72129-3604-96EF-372F-329ED6ABDC40}"/>
              </a:ext>
            </a:extLst>
          </p:cNvPr>
          <p:cNvSpPr/>
          <p:nvPr/>
        </p:nvSpPr>
        <p:spPr>
          <a:xfrm>
            <a:off x="3783639" y="5628234"/>
            <a:ext cx="228600" cy="23145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투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FEF5BD5-7EE4-6AFE-40CD-60F5F5EA448B}"/>
              </a:ext>
            </a:extLst>
          </p:cNvPr>
          <p:cNvSpPr/>
          <p:nvPr/>
        </p:nvSpPr>
        <p:spPr>
          <a:xfrm>
            <a:off x="4120927" y="5628234"/>
            <a:ext cx="228600" cy="23145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투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A736981D-122A-EBFC-5782-1EE1150064E3}"/>
              </a:ext>
            </a:extLst>
          </p:cNvPr>
          <p:cNvSpPr/>
          <p:nvPr/>
        </p:nvSpPr>
        <p:spPr>
          <a:xfrm>
            <a:off x="4458215" y="5628234"/>
            <a:ext cx="228600" cy="23145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투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5D9BFD6-81FE-F071-3FE0-61BC0F7A598F}"/>
              </a:ext>
            </a:extLst>
          </p:cNvPr>
          <p:cNvGrpSpPr/>
          <p:nvPr/>
        </p:nvGrpSpPr>
        <p:grpSpPr>
          <a:xfrm>
            <a:off x="531318" y="973585"/>
            <a:ext cx="363583" cy="5046215"/>
            <a:chOff x="531318" y="973585"/>
            <a:chExt cx="363583" cy="5046215"/>
          </a:xfrm>
        </p:grpSpPr>
        <p:sp>
          <p:nvSpPr>
            <p:cNvPr id="56" name="순서도: 대체 처리 55">
              <a:extLst>
                <a:ext uri="{FF2B5EF4-FFF2-40B4-BE49-F238E27FC236}">
                  <a16:creationId xmlns:a16="http://schemas.microsoft.com/office/drawing/2014/main" id="{2347E96C-71F5-3E30-E28F-3AFCF0458018}"/>
                </a:ext>
              </a:extLst>
            </p:cNvPr>
            <p:cNvSpPr/>
            <p:nvPr/>
          </p:nvSpPr>
          <p:spPr>
            <a:xfrm>
              <a:off x="533400" y="973585"/>
              <a:ext cx="361501" cy="504621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</a:rPr>
                <a:t>간</a:t>
              </a:r>
            </a:p>
          </p:txBody>
        </p:sp>
        <p:sp>
          <p:nvSpPr>
            <p:cNvPr id="57" name="순서도: 대체 처리 56">
              <a:extLst>
                <a:ext uri="{FF2B5EF4-FFF2-40B4-BE49-F238E27FC236}">
                  <a16:creationId xmlns:a16="http://schemas.microsoft.com/office/drawing/2014/main" id="{AF18CA9A-EDF2-F1B1-759C-4E713A03277B}"/>
                </a:ext>
              </a:extLst>
            </p:cNvPr>
            <p:cNvSpPr/>
            <p:nvPr/>
          </p:nvSpPr>
          <p:spPr>
            <a:xfrm>
              <a:off x="531318" y="4667400"/>
              <a:ext cx="361501" cy="1347655"/>
            </a:xfrm>
            <a:prstGeom prst="flowChartAlternateProcess">
              <a:avLst/>
            </a:prstGeom>
            <a:solidFill>
              <a:srgbClr val="99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투표가능</a:t>
              </a:r>
            </a:p>
          </p:txBody>
        </p:sp>
      </p:grpSp>
      <p:sp>
        <p:nvSpPr>
          <p:cNvPr id="58" name="타원 57">
            <a:extLst>
              <a:ext uri="{FF2B5EF4-FFF2-40B4-BE49-F238E27FC236}">
                <a16:creationId xmlns:a16="http://schemas.microsoft.com/office/drawing/2014/main" id="{D57BB7AC-C698-2E38-77A3-640D0A12A73D}"/>
              </a:ext>
            </a:extLst>
          </p:cNvPr>
          <p:cNvSpPr/>
          <p:nvPr/>
        </p:nvSpPr>
        <p:spPr>
          <a:xfrm>
            <a:off x="9667874" y="2204014"/>
            <a:ext cx="695325" cy="557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신고표시</a:t>
            </a:r>
          </a:p>
        </p:txBody>
      </p: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06C39D25-F58B-42FE-52C0-077C192A5ECA}"/>
              </a:ext>
            </a:extLst>
          </p:cNvPr>
          <p:cNvSpPr/>
          <p:nvPr/>
        </p:nvSpPr>
        <p:spPr>
          <a:xfrm>
            <a:off x="1400175" y="2099238"/>
            <a:ext cx="4485251" cy="767787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solidFill>
                  <a:srgbClr val="FF0000"/>
                </a:solidFill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2926667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1436</Words>
  <Application>Microsoft Office PowerPoint</Application>
  <PresentationFormat>와이드스크린</PresentationFormat>
  <Paragraphs>906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a빅체</vt:lpstr>
      <vt:lpstr>HY견고딕</vt:lpstr>
      <vt:lpstr>맑은 고딕</vt:lpstr>
      <vt:lpstr>Arial</vt:lpstr>
      <vt:lpstr>Cambria Math</vt:lpstr>
      <vt:lpstr>Office 테마</vt:lpstr>
      <vt:lpstr>인게임(시민) – 평상시</vt:lpstr>
      <vt:lpstr>인게임(시민) – 시체를 발견했을 때</vt:lpstr>
      <vt:lpstr>인게임(시민) – 추리 모드 ON</vt:lpstr>
      <vt:lpstr>인게임(시민) – 추리 선택</vt:lpstr>
      <vt:lpstr>인게임(시민) – 투표로 한명 사망한 상태</vt:lpstr>
      <vt:lpstr>인게임(살인마) – 평상시</vt:lpstr>
      <vt:lpstr>인게임(살인마) – 시체를 발견했을 때</vt:lpstr>
      <vt:lpstr>인게임(살인마) – 컬러피커 클릭 – 킬 활성화 OFF, 투표 1명 사망</vt:lpstr>
      <vt:lpstr>인게임(살인마) – 컬러피커 클릭 – 킬 활성화 ON</vt:lpstr>
      <vt:lpstr>인게임(살인마) – 미적중</vt:lpstr>
      <vt:lpstr>인게임(살인마) – 빨강 색깔 적중</vt:lpstr>
      <vt:lpstr>인게임(살인마) – 킬 활성화 취소</vt:lpstr>
      <vt:lpstr>인게임 – 설정</vt:lpstr>
      <vt:lpstr>인게임 – 설정</vt:lpstr>
      <vt:lpstr>인게임 – 설정</vt:lpstr>
      <vt:lpstr>인게임 – 설정</vt:lpstr>
      <vt:lpstr>신고 – 설정</vt:lpstr>
      <vt:lpstr>신고 – 추리</vt:lpstr>
      <vt:lpstr>신고 – 컬러피커</vt:lpstr>
      <vt:lpstr>신고 – 채팅</vt:lpstr>
      <vt:lpstr>신고 – 투표(특정 시간 도착 전엔 투표 불가)</vt:lpstr>
      <vt:lpstr>신고 – 투표(투표 가능 시간에 클릭으로 투표)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이동주</dc:creator>
  <cp:lastModifiedBy>이동주</cp:lastModifiedBy>
  <cp:revision>75</cp:revision>
  <dcterms:created xsi:type="dcterms:W3CDTF">2025-07-21T07:14:07Z</dcterms:created>
  <dcterms:modified xsi:type="dcterms:W3CDTF">2025-07-31T12:44:48Z</dcterms:modified>
</cp:coreProperties>
</file>