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72" r:id="rId3"/>
    <p:sldId id="273" r:id="rId4"/>
    <p:sldId id="274" r:id="rId5"/>
    <p:sldId id="271" r:id="rId6"/>
    <p:sldId id="268" r:id="rId7"/>
    <p:sldId id="269" r:id="rId8"/>
    <p:sldId id="279" r:id="rId9"/>
    <p:sldId id="270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AF7"/>
    <a:srgbClr val="2A2114"/>
    <a:srgbClr val="66FF99"/>
    <a:srgbClr val="FF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42FA1-806F-478B-AD3A-08CDC8D908F3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70F46-E563-46CE-A290-4900BAC9DB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93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F0FF-4AE5-11E2-243B-8CE36B2C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73E0C-46A3-2247-E623-062E8C36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D92FBF-0565-0F57-7CA0-FD41DB298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3446F-1EA7-8948-6E93-80FDE628A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E20B-E6E3-F81D-0FC6-186B31AA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10804E-6B30-B57E-C1EE-3573BF160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D132DD-A5A6-A425-8544-A8A6D7BA5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A6099-E52F-967D-455D-9886A4B74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38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D2AC-A52C-8FA9-89E9-C6E87FEC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B89600-0F2E-E73F-E961-E3C0C0395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CD189A-D41A-45F0-D1A3-BB542A201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F84217-108E-D048-F5B2-B908EA255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104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3AE43-73A1-DFBC-336B-CA967032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9FE69-DBDA-DBA7-0BC8-7FFD05502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1AE832-8317-CF8E-A5E3-949F2D7F8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3CDCEB-6F39-1DB7-5A36-135EB3A72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993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D58A-A745-6C86-7C89-392A0F70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D88E64-4BFB-BEC5-78FE-0C53A06F1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06B1E4-A92B-4E5F-4BAE-9DA3DD831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62BB27-CD26-2EAA-1C44-20D2049B4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268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33187-EF1D-9DD7-F2CC-EFD98C27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3A13E-759E-AE2C-9A69-0D2CB3303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FDBCAE-BDEF-FA79-6738-08CA21268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27B85-5F44-CC76-EC8E-45225B04B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65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CEE9-8A2C-8DB8-98FF-2BF6DC888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483BC-7524-AB95-5AC6-48CB6F4BC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70ED8D-8EDE-52FA-81CF-1B76AC173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4AE57D-32B8-3763-1E25-A4277537F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27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AF1A-859A-F76E-0BFB-72CA3E854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EA0242-51EF-AFDB-E7FE-761228B60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FE72B-A4F7-FECB-8BD3-607124CA6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B5441-C0D3-7CC9-3AA8-2E18C058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664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F8B1-80E2-B764-D68F-55F3217A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9B5E09-3E08-AC66-BC1A-9CC770671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B8D966-3519-2D10-79D2-170422A4F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B849D-CCED-2E03-2FF7-DBDDFCEC7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679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F0FF-4AE5-11E2-243B-8CE36B2C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73E0C-46A3-2247-E623-062E8C36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D92FBF-0565-0F57-7CA0-FD41DB298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3446F-1EA7-8948-6E93-80FDE628A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0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64A7-154E-9B2A-03D8-76A39EBB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763A1-E5D8-2EB4-1F02-4B6417FE7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C18921-E792-881A-7C74-2558CCD36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C5EFC-B84A-9A24-B431-0D8E0E536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87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EDC5-0540-466B-0A7B-EEAB787B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973A0-31CF-767B-1D63-F216D96C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18B6E6-22EB-D98F-9BDB-C4CF56C80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629EF1-C74E-F9C0-8F67-D992A06F6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994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7B52A-FDEB-E95B-94A4-12152C51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AF1D22-6BF7-3629-B98A-64A21FA72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89F94-68EF-F431-7567-D716B6A8E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1B045-1A79-58A1-DC08-E9D7BC9A5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70F46-E563-46CE-A290-4900BAC9DB9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9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1593-7E83-7D44-2FCE-1966FD41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1C360F-69CE-41CE-2431-89C17C308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849BDB-BAE6-ED2A-DB3E-FBFD9E7A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382E5A-C8AE-E1EE-FAC1-AF08869F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DD847-C11C-F1F5-ED55-95625AFF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7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71666-CA5F-DFD5-364B-424D68CC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A882D6-9D64-6E07-11E9-1D70D04B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3AC45-4B3E-1151-F453-80D3E403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0C4806-5EA7-1A5D-8CCF-0AE744F6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003FDD-65D8-E16E-856C-50AA0167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3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DAC7D-B737-09C0-441D-663DE7D58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1E6467-079A-11B8-82E8-1794E7248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FE1A1-87F3-831E-976B-9BDA569E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6BAFE2-9519-6F25-671D-581218BE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65527-61B0-B3F1-628C-0A5F93F7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4729D-E899-FE43-F544-03D68552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5168EC-161D-AD05-980E-8E355C5CE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A52D9D-17C5-F02A-C58E-C6652FBA0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AC69D2-B58E-0B9B-4C41-5F1E0C1C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DDEA4-7670-59AF-5A45-150BD948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F4DAC8-2C84-0846-CCA4-04F9AA5F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28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F4DBB-DFCC-97D5-E415-5D79F6F14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4FC8B6-C5DA-BD7A-D3C1-E8B12A39A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3CDC07-506D-4D05-5AD2-709DE4F79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04D0C9-E61F-B29D-D44F-84B334A1E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74412D-F8DB-69BE-C9F2-47EF30880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00190D-0BDD-1EB2-5027-BA687645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FC2499-2765-C0C1-48AD-77F3E0F1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1F0CA4-3D4E-D652-48A6-5CC7A1CFC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962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4EE99-ECB1-B764-CB65-D59DBF92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287A37-3F32-27F9-DD57-39A8EA8D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B18D53-04AF-5C76-19F9-9751AE6D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2DCC13-F986-3A44-83E3-D3F38742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55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66521B-D682-AA6D-DCBC-E38674F6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843BFE-5041-DCEA-46E5-14F5A8FD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BA7804-6652-EB36-A578-3282DE4D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3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CDFD6-C1C4-C9AB-1173-9508E538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47FF3-9C3C-94A5-4730-BFEA16761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607FF9-7C15-E7BF-5795-062CD841E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E73861-534D-EB5E-4282-0B203539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DE2068-2DEC-ADAF-A3A9-FA457730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02FD4-DB2C-B9A6-06F2-D9B71C5B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47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A2944-0E8F-9D64-9BED-ACAD9E378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3DF420-D1C9-EA75-9EBC-DE66AC1D8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B518CA-195B-08B6-D2D6-406C06480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2CFC6-C524-EBCD-7A31-8F1BC929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F9DD89-052D-3CBC-077C-15DFAD5D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E42E2E-1A4A-F811-9E60-107AE822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94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7DF59-A366-AE7B-A441-388AE8DB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78D66E-1191-F045-D5E4-05B58E4B4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320BF-AEA9-A389-FD29-7CA8BB154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3870D-A366-A60C-9399-9819AE77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4B8755-7587-5224-EB3B-8626E4C4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8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9CF3A9-D064-D08D-23E4-2D25CF66F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DA160F-A479-35CB-C336-8CA626BBB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A9B82F-7154-7F5E-6C6C-4727386E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35D8D9-2362-023A-AF0E-297EA9E9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4A427-52A5-67BF-BF45-81A7A33C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65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9BC2AD-6556-C19E-32B9-A4797690C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ACF50-32B1-F586-FBFE-DAF4F9166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6C0D0-B57A-0B90-B392-E33D23A56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23012-370C-4ABB-8C00-5B64E472AF90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0E161-5D3D-7A5B-B51B-7F91881EA0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95FCB-98B0-380D-2889-71B089345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A28FF-8644-4EE3-9124-656A4F1271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34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1777-7657-7B96-B3B4-1EF7CABE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3484E25-C909-5707-6F5F-B2B76034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로비</a:t>
            </a:r>
            <a:r>
              <a:rPr lang="en-US" altLang="ko-KR" sz="2800" dirty="0"/>
              <a:t>(</a:t>
            </a:r>
            <a:r>
              <a:rPr lang="ko-KR" altLang="en-US" sz="2800" dirty="0"/>
              <a:t>일반유저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A350D8-1CAD-7F4D-9F62-2625924B0E56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CB745A-4808-3480-4E44-E2744F6ED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ECD3EF15-9FB1-13C1-995E-790BA359491F}"/>
              </a:ext>
            </a:extLst>
          </p:cNvPr>
          <p:cNvGrpSpPr/>
          <p:nvPr/>
        </p:nvGrpSpPr>
        <p:grpSpPr>
          <a:xfrm>
            <a:off x="1505495" y="727846"/>
            <a:ext cx="9370422" cy="5216435"/>
            <a:chOff x="1505495" y="727846"/>
            <a:chExt cx="9370422" cy="521643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ED4511A-FF1C-2673-FFFA-068EADD18F47}"/>
                </a:ext>
              </a:extLst>
            </p:cNvPr>
            <p:cNvSpPr/>
            <p:nvPr/>
          </p:nvSpPr>
          <p:spPr>
            <a:xfrm>
              <a:off x="1505495" y="4161728"/>
              <a:ext cx="1778725" cy="178255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조이스틱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1B6C1E2-BD23-629B-2C9D-CB5ADA2E7ACD}"/>
                </a:ext>
              </a:extLst>
            </p:cNvPr>
            <p:cNvSpPr/>
            <p:nvPr/>
          </p:nvSpPr>
          <p:spPr>
            <a:xfrm>
              <a:off x="9506222" y="4753042"/>
              <a:ext cx="1078502" cy="1131774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상호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작용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344B32F3-DD70-167D-83AB-8E0284A87695}"/>
                </a:ext>
              </a:extLst>
            </p:cNvPr>
            <p:cNvSpPr/>
            <p:nvPr/>
          </p:nvSpPr>
          <p:spPr>
            <a:xfrm>
              <a:off x="5312228" y="5146765"/>
              <a:ext cx="1567543" cy="470263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준비완료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CE406E1-2A86-1BCF-907D-C5FFFF4FCC5F}"/>
                </a:ext>
              </a:extLst>
            </p:cNvPr>
            <p:cNvSpPr/>
            <p:nvPr/>
          </p:nvSpPr>
          <p:spPr>
            <a:xfrm>
              <a:off x="10162903" y="727846"/>
              <a:ext cx="713014" cy="639400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설정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B851A69-5727-792A-70E6-E0917914E5A3}"/>
                </a:ext>
              </a:extLst>
            </p:cNvPr>
            <p:cNvSpPr/>
            <p:nvPr/>
          </p:nvSpPr>
          <p:spPr>
            <a:xfrm>
              <a:off x="10162903" y="1423783"/>
              <a:ext cx="713014" cy="639400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채팅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93EAA69-DB60-79BD-E79F-FD775C43A697}"/>
                </a:ext>
              </a:extLst>
            </p:cNvPr>
            <p:cNvSpPr/>
            <p:nvPr/>
          </p:nvSpPr>
          <p:spPr>
            <a:xfrm>
              <a:off x="7751900" y="784383"/>
              <a:ext cx="2311764" cy="47291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CODE</a:t>
              </a:r>
              <a:r>
                <a:rPr lang="ko-KR" altLang="en-US" sz="1400" dirty="0">
                  <a:solidFill>
                    <a:schemeClr val="tx1"/>
                  </a:solidFill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</a:rPr>
                <a:t>: ******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45AB0805-060B-F228-F0EE-8698CED3208C}"/>
                </a:ext>
              </a:extLst>
            </p:cNvPr>
            <p:cNvSpPr/>
            <p:nvPr/>
          </p:nvSpPr>
          <p:spPr>
            <a:xfrm>
              <a:off x="7842068" y="847622"/>
              <a:ext cx="382769" cy="34643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복사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2F519C8-D0C3-22E2-C601-1DFAA58687F0}"/>
                </a:ext>
              </a:extLst>
            </p:cNvPr>
            <p:cNvSpPr/>
            <p:nvPr/>
          </p:nvSpPr>
          <p:spPr>
            <a:xfrm>
              <a:off x="9583171" y="847622"/>
              <a:ext cx="382769" cy="346438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500" b="1" dirty="0">
                  <a:solidFill>
                    <a:schemeClr val="tx1"/>
                  </a:solidFill>
                </a:rPr>
                <a:t>보이기</a:t>
              </a:r>
              <a:r>
                <a:rPr lang="en-US" altLang="ko-KR" sz="500" b="1" dirty="0">
                  <a:solidFill>
                    <a:schemeClr val="tx1"/>
                  </a:solidFill>
                </a:rPr>
                <a:t>or</a:t>
              </a:r>
            </a:p>
            <a:p>
              <a:pPr algn="ctr"/>
              <a:r>
                <a:rPr lang="ko-KR" altLang="en-US" sz="500" b="1" dirty="0">
                  <a:solidFill>
                    <a:schemeClr val="tx1"/>
                  </a:solidFill>
                </a:rPr>
                <a:t>감추기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24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D193-45E9-38EE-B441-EFBA59B63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6BDCCC2-4FF7-1601-A594-5DDAFAC3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설정 </a:t>
            </a:r>
            <a:r>
              <a:rPr lang="en-US" altLang="ko-KR" sz="2800" dirty="0"/>
              <a:t>– </a:t>
            </a:r>
            <a:r>
              <a:rPr lang="ko-KR" altLang="en-US" sz="2800" dirty="0"/>
              <a:t>그래픽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DDB606-C217-662A-963B-FDD6F7BF5662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BD1CEFC-B058-04DC-6AFF-3E900BBF8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189645-2203-BF9E-F069-76B75A2FBEE6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194CAC8-49B4-2CDD-994E-2CCB81A47271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119B585-8D3F-3473-030A-676E20FC557B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준비완료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E9F79B1-38FA-3012-FAA2-65AB51196EB4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5476CD3-A261-C01F-B723-FF8D02C392EC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DBB56AF-9D1E-1A76-9F26-88C7265EA6D9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9488B9C-FF61-4D55-368A-29E505221C73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09D34F6-4428-9550-39F4-29F38248BCF2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4F35E1-533D-9E9D-50FD-CF32D469B72D}"/>
              </a:ext>
            </a:extLst>
          </p:cNvPr>
          <p:cNvSpPr/>
          <p:nvPr/>
        </p:nvSpPr>
        <p:spPr>
          <a:xfrm>
            <a:off x="3065417" y="1319622"/>
            <a:ext cx="5956663" cy="442296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B65B4A-638A-B3AF-B01E-BE29200F1280}"/>
              </a:ext>
            </a:extLst>
          </p:cNvPr>
          <p:cNvSpPr/>
          <p:nvPr/>
        </p:nvSpPr>
        <p:spPr>
          <a:xfrm>
            <a:off x="3228475" y="5094549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게임나가기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4BA11C-315C-5393-1EBC-91747DBE95A8}"/>
              </a:ext>
            </a:extLst>
          </p:cNvPr>
          <p:cNvSpPr/>
          <p:nvPr/>
        </p:nvSpPr>
        <p:spPr>
          <a:xfrm>
            <a:off x="4844142" y="1476815"/>
            <a:ext cx="3972743" cy="408799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5E2E13-A973-A43B-6FD4-D76D1914CD82}"/>
              </a:ext>
            </a:extLst>
          </p:cNvPr>
          <p:cNvSpPr/>
          <p:nvPr/>
        </p:nvSpPr>
        <p:spPr>
          <a:xfrm>
            <a:off x="3228475" y="1485524"/>
            <a:ext cx="1445622" cy="4702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그래픽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935189-AD17-29A5-4A24-E8F9D830C2B6}"/>
              </a:ext>
            </a:extLst>
          </p:cNvPr>
          <p:cNvSpPr/>
          <p:nvPr/>
        </p:nvSpPr>
        <p:spPr>
          <a:xfrm>
            <a:off x="3228475" y="2127813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사운드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796C60-06F3-AB85-BCD7-96181463B1B1}"/>
              </a:ext>
            </a:extLst>
          </p:cNvPr>
          <p:cNvSpPr/>
          <p:nvPr/>
        </p:nvSpPr>
        <p:spPr>
          <a:xfrm>
            <a:off x="3228475" y="2770102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 플레이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BCC7DB0-616C-993A-C7E5-26C297146941}"/>
              </a:ext>
            </a:extLst>
          </p:cNvPr>
          <p:cNvGrpSpPr/>
          <p:nvPr/>
        </p:nvGrpSpPr>
        <p:grpSpPr>
          <a:xfrm>
            <a:off x="5077101" y="1637163"/>
            <a:ext cx="3399610" cy="338554"/>
            <a:chOff x="4981303" y="1565555"/>
            <a:chExt cx="3399610" cy="3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08D404-01AA-8172-050F-681C2B3C73CB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텍스처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75801D8-7FD0-B045-856C-B01AE0762F08}"/>
                </a:ext>
              </a:extLst>
            </p:cNvPr>
            <p:cNvSpPr/>
            <p:nvPr/>
          </p:nvSpPr>
          <p:spPr>
            <a:xfrm>
              <a:off x="6404064" y="1565555"/>
              <a:ext cx="1976849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&lt;,&gt;</a:t>
              </a:r>
              <a:r>
                <a:rPr lang="ko-KR" altLang="en-US" sz="1400" dirty="0"/>
                <a:t>선택 바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2B772C6-5BEF-EAE0-F934-235D9D90B521}"/>
              </a:ext>
            </a:extLst>
          </p:cNvPr>
          <p:cNvGrpSpPr/>
          <p:nvPr/>
        </p:nvGrpSpPr>
        <p:grpSpPr>
          <a:xfrm>
            <a:off x="5077101" y="2171357"/>
            <a:ext cx="3399610" cy="338554"/>
            <a:chOff x="4981303" y="1565555"/>
            <a:chExt cx="3399610" cy="33855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466642-D247-F0C3-D5CE-2CA530E40B68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그림자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0E1782-94F3-50A2-1F00-0250C995B29E}"/>
                </a:ext>
              </a:extLst>
            </p:cNvPr>
            <p:cNvSpPr/>
            <p:nvPr/>
          </p:nvSpPr>
          <p:spPr>
            <a:xfrm>
              <a:off x="6404064" y="1565555"/>
              <a:ext cx="1976849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&lt;,&gt;</a:t>
              </a:r>
              <a:r>
                <a:rPr lang="ko-KR" altLang="en-US" sz="1400" dirty="0"/>
                <a:t>선택 바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CB244DC-8E7C-D47F-4B68-E9B64DBE5525}"/>
              </a:ext>
            </a:extLst>
          </p:cNvPr>
          <p:cNvGrpSpPr/>
          <p:nvPr/>
        </p:nvGrpSpPr>
        <p:grpSpPr>
          <a:xfrm>
            <a:off x="5077101" y="2696806"/>
            <a:ext cx="3399610" cy="338554"/>
            <a:chOff x="4981303" y="1565555"/>
            <a:chExt cx="3399610" cy="33855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1C5FC13-A9F3-5D8D-B3B1-2AEC6017F454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/>
                <a:t>안티앨리어싱</a:t>
              </a:r>
              <a:endParaRPr lang="ko-KR" altLang="en-US" sz="1400" b="1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69CE629-4C54-60E0-EA21-EFF691228E3A}"/>
                </a:ext>
              </a:extLst>
            </p:cNvPr>
            <p:cNvSpPr/>
            <p:nvPr/>
          </p:nvSpPr>
          <p:spPr>
            <a:xfrm>
              <a:off x="6404064" y="1565555"/>
              <a:ext cx="1976849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&lt;,&gt;</a:t>
              </a:r>
              <a:r>
                <a:rPr lang="ko-KR" altLang="en-US" sz="1400" dirty="0"/>
                <a:t>선택 바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79A4D68-684F-B55B-9102-30C5665F45F1}"/>
              </a:ext>
            </a:extLst>
          </p:cNvPr>
          <p:cNvGrpSpPr/>
          <p:nvPr/>
        </p:nvGrpSpPr>
        <p:grpSpPr>
          <a:xfrm>
            <a:off x="5077101" y="3210427"/>
            <a:ext cx="3399610" cy="338554"/>
            <a:chOff x="4981303" y="1565555"/>
            <a:chExt cx="3399610" cy="3385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FB5B74-42BA-2FEB-1D59-09ACED95B996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필터링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8592770-4918-6871-211E-DDFD74B6DE10}"/>
                </a:ext>
              </a:extLst>
            </p:cNvPr>
            <p:cNvSpPr/>
            <p:nvPr/>
          </p:nvSpPr>
          <p:spPr>
            <a:xfrm>
              <a:off x="6404064" y="1565555"/>
              <a:ext cx="1976849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&lt;,&gt;</a:t>
              </a:r>
              <a:r>
                <a:rPr lang="ko-KR" altLang="en-US" sz="1400" dirty="0"/>
                <a:t>선택 바</a:t>
              </a: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E3ED43DE-768E-F49D-59BB-DF40301C335A}"/>
              </a:ext>
            </a:extLst>
          </p:cNvPr>
          <p:cNvSpPr/>
          <p:nvPr/>
        </p:nvSpPr>
        <p:spPr>
          <a:xfrm>
            <a:off x="9081271" y="1325233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95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AF02-71AF-FF77-F715-36D38DC7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E624DB-368A-D6C2-AD1B-C1C6AC24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설정 </a:t>
            </a:r>
            <a:r>
              <a:rPr lang="en-US" altLang="ko-KR" sz="2800" dirty="0"/>
              <a:t>– </a:t>
            </a:r>
            <a:r>
              <a:rPr lang="ko-KR" altLang="en-US" sz="2800" dirty="0"/>
              <a:t>사운드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214494-AE7D-9326-BD9F-9BBA8A12633B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1F2D81C-0FC5-58EE-33DE-00D4075B1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1DA06B-CFEB-7ABD-FB66-DD85162BC530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1E69BE6-BBAC-07B4-BC65-3B13682B9BB8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519AB9-A8E7-6429-BFFE-EB436F4E6270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준비완료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4C792EE-0981-AFC8-189F-70FA8B16FCD2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11F4325-04CC-C5EA-7AC9-AC2786F22DBE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ED451FF-1576-CD6B-8F7B-1BEC8B8475C4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8AC4D1E-8E80-88CD-76E3-143AA66DEA48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2BBB53-142A-5D2C-4642-D8E699F6F598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011E91-0DC5-4A0A-F18D-C559792967C3}"/>
              </a:ext>
            </a:extLst>
          </p:cNvPr>
          <p:cNvSpPr/>
          <p:nvPr/>
        </p:nvSpPr>
        <p:spPr>
          <a:xfrm>
            <a:off x="3065417" y="1319622"/>
            <a:ext cx="5956663" cy="442296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319271-5984-938C-A730-51FDBD6601D4}"/>
              </a:ext>
            </a:extLst>
          </p:cNvPr>
          <p:cNvSpPr/>
          <p:nvPr/>
        </p:nvSpPr>
        <p:spPr>
          <a:xfrm>
            <a:off x="3228475" y="5094549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게임나가기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2BF80D-76B3-B453-64D2-CEFA06A4191E}"/>
              </a:ext>
            </a:extLst>
          </p:cNvPr>
          <p:cNvSpPr/>
          <p:nvPr/>
        </p:nvSpPr>
        <p:spPr>
          <a:xfrm>
            <a:off x="4844142" y="1476815"/>
            <a:ext cx="3972743" cy="408799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76246A-FBF3-5755-346A-68E8188E760D}"/>
              </a:ext>
            </a:extLst>
          </p:cNvPr>
          <p:cNvSpPr/>
          <p:nvPr/>
        </p:nvSpPr>
        <p:spPr>
          <a:xfrm>
            <a:off x="3228475" y="1485524"/>
            <a:ext cx="1445622" cy="470263"/>
          </a:xfrm>
          <a:prstGeom prst="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그래픽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B26733-80BC-7A44-48C5-68FBC84719F3}"/>
              </a:ext>
            </a:extLst>
          </p:cNvPr>
          <p:cNvSpPr/>
          <p:nvPr/>
        </p:nvSpPr>
        <p:spPr>
          <a:xfrm>
            <a:off x="3228475" y="2127813"/>
            <a:ext cx="1445622" cy="4702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사운드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C66D53F-BFEF-BE0D-8776-6BD12174C718}"/>
              </a:ext>
            </a:extLst>
          </p:cNvPr>
          <p:cNvGrpSpPr/>
          <p:nvPr/>
        </p:nvGrpSpPr>
        <p:grpSpPr>
          <a:xfrm>
            <a:off x="5077101" y="1584960"/>
            <a:ext cx="3431177" cy="699012"/>
            <a:chOff x="4981303" y="1584960"/>
            <a:chExt cx="3431177" cy="6990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B3C15F-F58D-E672-10F3-4F234054E3EF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/>
                <a:t>전체볼륨</a:t>
              </a:r>
              <a:endParaRPr lang="ko-KR" altLang="en-US" sz="1600" b="1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A689CD1-8AD5-6829-DF7B-E30032526268}"/>
                </a:ext>
              </a:extLst>
            </p:cNvPr>
            <p:cNvSpPr/>
            <p:nvPr/>
          </p:nvSpPr>
          <p:spPr>
            <a:xfrm>
              <a:off x="5068389" y="1945418"/>
              <a:ext cx="3344091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/>
                <a:t>배경음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조절바</a:t>
              </a:r>
              <a:endParaRPr lang="ko-KR" altLang="en-US" sz="14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E52EF5-7E20-578F-DF8B-D839B9EEA529}"/>
              </a:ext>
            </a:extLst>
          </p:cNvPr>
          <p:cNvGrpSpPr/>
          <p:nvPr/>
        </p:nvGrpSpPr>
        <p:grpSpPr>
          <a:xfrm>
            <a:off x="5077101" y="2539020"/>
            <a:ext cx="3431177" cy="699012"/>
            <a:chOff x="4981303" y="1584960"/>
            <a:chExt cx="3431177" cy="6990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9D94D3-6225-8B34-EBEA-D2D6896A09C6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/>
                <a:t>배경음</a:t>
              </a:r>
              <a:endParaRPr lang="ko-KR" altLang="en-US" sz="1200" b="1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9B272F5-5912-90A5-0ADE-AA5E0ED06C97}"/>
                </a:ext>
              </a:extLst>
            </p:cNvPr>
            <p:cNvSpPr/>
            <p:nvPr/>
          </p:nvSpPr>
          <p:spPr>
            <a:xfrm>
              <a:off x="5068389" y="1945418"/>
              <a:ext cx="3344091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/>
                <a:t>배경음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조절바</a:t>
              </a:r>
              <a:endParaRPr lang="ko-KR" altLang="en-US" sz="1400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345FBF7-CF6D-DBBD-40B2-BF15D3AF3DFF}"/>
              </a:ext>
            </a:extLst>
          </p:cNvPr>
          <p:cNvGrpSpPr/>
          <p:nvPr/>
        </p:nvGrpSpPr>
        <p:grpSpPr>
          <a:xfrm>
            <a:off x="5077101" y="3507378"/>
            <a:ext cx="3431177" cy="699012"/>
            <a:chOff x="4981303" y="1584960"/>
            <a:chExt cx="3431177" cy="69901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91D0AFE-1516-4AD7-FD91-5BFA6953134C}"/>
                </a:ext>
              </a:extLst>
            </p:cNvPr>
            <p:cNvSpPr txBox="1"/>
            <p:nvPr/>
          </p:nvSpPr>
          <p:spPr>
            <a:xfrm>
              <a:off x="4981303" y="1584960"/>
              <a:ext cx="12527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/>
                <a:t>효과음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1CC208C-8800-3DD8-3206-32F3959664F7}"/>
                </a:ext>
              </a:extLst>
            </p:cNvPr>
            <p:cNvSpPr/>
            <p:nvPr/>
          </p:nvSpPr>
          <p:spPr>
            <a:xfrm>
              <a:off x="5068389" y="1945418"/>
              <a:ext cx="3344091" cy="33855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/>
                <a:t>배경음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조절바</a:t>
              </a:r>
              <a:endParaRPr lang="ko-KR" altLang="en-US" sz="1400" dirty="0"/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B9FFF6-00DE-8A27-9381-B2D76BC9C840}"/>
              </a:ext>
            </a:extLst>
          </p:cNvPr>
          <p:cNvSpPr/>
          <p:nvPr/>
        </p:nvSpPr>
        <p:spPr>
          <a:xfrm>
            <a:off x="3228475" y="2770102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 플레이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4C9782-B46F-295F-AC52-BE280920458B}"/>
              </a:ext>
            </a:extLst>
          </p:cNvPr>
          <p:cNvSpPr/>
          <p:nvPr/>
        </p:nvSpPr>
        <p:spPr>
          <a:xfrm>
            <a:off x="9081271" y="1325233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35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3A482-3102-6CBF-2243-42087E7A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BA241FB-A0D4-5D3D-49FB-17A86510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설정 </a:t>
            </a:r>
            <a:r>
              <a:rPr lang="en-US" altLang="ko-KR" sz="2800" dirty="0"/>
              <a:t>– </a:t>
            </a:r>
            <a:r>
              <a:rPr lang="ko-KR" altLang="en-US" sz="2800" dirty="0"/>
              <a:t>게임 플레이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44E18E-3E5D-A6B1-5198-248C8CDC87A7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18BA8C-072B-C581-CAA8-CFF8F1DAF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F8F4899-DC62-E5D7-5B0C-9720DE83829B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8034EE-0F99-CA50-82AA-E0D5F338B3B0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AC544A3-F093-A314-7079-3EEF804A9421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준비완료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91B633-34CC-E124-164C-8BC45B61F2AE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04BD7A-EC80-1A09-8AEA-371760C4C7F7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B6B007D-5904-8152-E339-EFA2FD47930C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925F45D-65A6-6337-4A06-957E0AB4F34C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254AEB4-66B1-1777-F76E-BA8F1CF25EB5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3D8F18-1631-1E0F-4E09-8C5A03180081}"/>
              </a:ext>
            </a:extLst>
          </p:cNvPr>
          <p:cNvSpPr/>
          <p:nvPr/>
        </p:nvSpPr>
        <p:spPr>
          <a:xfrm>
            <a:off x="3065417" y="1319622"/>
            <a:ext cx="5956663" cy="442296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2E8019-FF92-9358-B279-81ED27C9A7BF}"/>
              </a:ext>
            </a:extLst>
          </p:cNvPr>
          <p:cNvSpPr/>
          <p:nvPr/>
        </p:nvSpPr>
        <p:spPr>
          <a:xfrm>
            <a:off x="3228475" y="5094549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게임나가기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A72228-62C8-1BB9-7C57-7B82C7A08B41}"/>
              </a:ext>
            </a:extLst>
          </p:cNvPr>
          <p:cNvSpPr/>
          <p:nvPr/>
        </p:nvSpPr>
        <p:spPr>
          <a:xfrm>
            <a:off x="4844142" y="1476815"/>
            <a:ext cx="3972743" cy="408799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69DC36-B287-62A6-4832-42C7DFA0C8C3}"/>
              </a:ext>
            </a:extLst>
          </p:cNvPr>
          <p:cNvSpPr/>
          <p:nvPr/>
        </p:nvSpPr>
        <p:spPr>
          <a:xfrm>
            <a:off x="3228475" y="1485524"/>
            <a:ext cx="1445622" cy="470263"/>
          </a:xfrm>
          <a:prstGeom prst="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그래픽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88842A-882F-1359-CC40-E3FACCF3B59E}"/>
              </a:ext>
            </a:extLst>
          </p:cNvPr>
          <p:cNvSpPr/>
          <p:nvPr/>
        </p:nvSpPr>
        <p:spPr>
          <a:xfrm>
            <a:off x="3228475" y="2127813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사운드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0DFD994-267B-163D-9477-FBF9750FFFB1}"/>
              </a:ext>
            </a:extLst>
          </p:cNvPr>
          <p:cNvSpPr/>
          <p:nvPr/>
        </p:nvSpPr>
        <p:spPr>
          <a:xfrm>
            <a:off x="3228475" y="2770102"/>
            <a:ext cx="1445622" cy="4702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 플레이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F488CB-1B07-CECD-ED19-2DC79FD299CC}"/>
              </a:ext>
            </a:extLst>
          </p:cNvPr>
          <p:cNvSpPr txBox="1"/>
          <p:nvPr/>
        </p:nvSpPr>
        <p:spPr>
          <a:xfrm>
            <a:off x="5053805" y="1724468"/>
            <a:ext cx="1424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피 공포증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3E34E4-753B-3F48-304D-378A99FD2C6E}"/>
              </a:ext>
            </a:extLst>
          </p:cNvPr>
          <p:cNvSpPr/>
          <p:nvPr/>
        </p:nvSpPr>
        <p:spPr>
          <a:xfrm>
            <a:off x="6984275" y="1685807"/>
            <a:ext cx="1613058" cy="34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YES or NO </a:t>
            </a:r>
            <a:r>
              <a:rPr lang="ko-KR" altLang="en-US" sz="1400" dirty="0"/>
              <a:t>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129D5B-9F4D-77B2-D78D-8F359F7A0EC3}"/>
              </a:ext>
            </a:extLst>
          </p:cNvPr>
          <p:cNvSpPr txBox="1"/>
          <p:nvPr/>
        </p:nvSpPr>
        <p:spPr>
          <a:xfrm>
            <a:off x="5053804" y="2290299"/>
            <a:ext cx="1424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장기 공포증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F3C963-E1F9-ECEF-E938-631D5C164026}"/>
              </a:ext>
            </a:extLst>
          </p:cNvPr>
          <p:cNvSpPr/>
          <p:nvPr/>
        </p:nvSpPr>
        <p:spPr>
          <a:xfrm>
            <a:off x="6984275" y="2258655"/>
            <a:ext cx="1613058" cy="34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YES or NO </a:t>
            </a:r>
            <a:r>
              <a:rPr lang="ko-KR" altLang="en-US" sz="1400" dirty="0"/>
              <a:t>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973137-539C-BAFD-1D8C-1558F2E8A68D}"/>
              </a:ext>
            </a:extLst>
          </p:cNvPr>
          <p:cNvSpPr txBox="1"/>
          <p:nvPr/>
        </p:nvSpPr>
        <p:spPr>
          <a:xfrm>
            <a:off x="5053804" y="2867579"/>
            <a:ext cx="17824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색 글자 표시 모드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1F16808-B484-6926-8C31-CA67EA283AFA}"/>
              </a:ext>
            </a:extLst>
          </p:cNvPr>
          <p:cNvSpPr/>
          <p:nvPr/>
        </p:nvSpPr>
        <p:spPr>
          <a:xfrm>
            <a:off x="6984275" y="2848248"/>
            <a:ext cx="1613058" cy="346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YES or NO </a:t>
            </a:r>
            <a:r>
              <a:rPr lang="ko-KR" altLang="en-US" sz="1400" dirty="0"/>
              <a:t>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883703-6ED2-43A8-6F33-0C0B749C32C8}"/>
              </a:ext>
            </a:extLst>
          </p:cNvPr>
          <p:cNvSpPr/>
          <p:nvPr/>
        </p:nvSpPr>
        <p:spPr>
          <a:xfrm>
            <a:off x="9081271" y="1325233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99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771D-D4B6-0B8F-047D-4C99ACD5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57AA177-85A8-9D2E-5C95-0A348F12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3EBAEB-7106-E7CF-2C35-9FADECE87FD8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CC36E8-198D-A2A7-1096-DD0F3CC5D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F6763A-2478-FAD8-EA1B-8E946734EEAE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1607DFC-F521-7DF7-BEC9-6084088F8E32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6756E70-03C1-6813-E5E0-E19394740C2D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준비완료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FD3A2C1-5EBE-70F3-56E8-E6000BEA49A5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E9E643C-8474-8AD1-F28B-A70BF0D5B355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9B00B9C-4300-53A4-5DB0-887F4A7F60AD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687D4D-A4B4-A179-F2E5-0893CCBFB5DA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2508457-E631-66A7-786F-73873C5C6729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1AE5A5-BC2D-76C4-6311-A3E161F4200D}"/>
              </a:ext>
            </a:extLst>
          </p:cNvPr>
          <p:cNvSpPr/>
          <p:nvPr/>
        </p:nvSpPr>
        <p:spPr>
          <a:xfrm>
            <a:off x="3065417" y="1319622"/>
            <a:ext cx="5956663" cy="442296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372728-7962-D86B-BE34-5C846E593B23}"/>
              </a:ext>
            </a:extLst>
          </p:cNvPr>
          <p:cNvSpPr/>
          <p:nvPr/>
        </p:nvSpPr>
        <p:spPr>
          <a:xfrm>
            <a:off x="3228475" y="5094549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게임나가기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CC676F-2B5D-2B17-8D58-34A803A28FEE}"/>
              </a:ext>
            </a:extLst>
          </p:cNvPr>
          <p:cNvSpPr/>
          <p:nvPr/>
        </p:nvSpPr>
        <p:spPr>
          <a:xfrm>
            <a:off x="4844142" y="1476815"/>
            <a:ext cx="3972743" cy="408799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920547-B3E8-8430-F506-085C09FEBB94}"/>
              </a:ext>
            </a:extLst>
          </p:cNvPr>
          <p:cNvSpPr/>
          <p:nvPr/>
        </p:nvSpPr>
        <p:spPr>
          <a:xfrm>
            <a:off x="3228475" y="1485524"/>
            <a:ext cx="1445622" cy="470263"/>
          </a:xfrm>
          <a:prstGeom prst="rect">
            <a:avLst/>
          </a:prstGeom>
          <a:solidFill>
            <a:srgbClr val="DCEA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그래픽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CEFAF4E-26BC-6D1D-99C3-04801D7F6066}"/>
              </a:ext>
            </a:extLst>
          </p:cNvPr>
          <p:cNvSpPr/>
          <p:nvPr/>
        </p:nvSpPr>
        <p:spPr>
          <a:xfrm>
            <a:off x="3228475" y="2127813"/>
            <a:ext cx="1445622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사운드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9C7E40-F846-A0E8-B441-C1AF6E1121FB}"/>
              </a:ext>
            </a:extLst>
          </p:cNvPr>
          <p:cNvSpPr/>
          <p:nvPr/>
        </p:nvSpPr>
        <p:spPr>
          <a:xfrm>
            <a:off x="1316083" y="727845"/>
            <a:ext cx="9559834" cy="541972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8C270F0-67B6-C4F1-8D5E-4DCDFF255401}"/>
              </a:ext>
            </a:extLst>
          </p:cNvPr>
          <p:cNvGrpSpPr/>
          <p:nvPr/>
        </p:nvGrpSpPr>
        <p:grpSpPr>
          <a:xfrm>
            <a:off x="1316083" y="2631063"/>
            <a:ext cx="9559834" cy="1602855"/>
            <a:chOff x="1316083" y="2160801"/>
            <a:chExt cx="9559834" cy="160285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A6E9997-2B98-B86B-8E54-1D22ACC47D39}"/>
                </a:ext>
              </a:extLst>
            </p:cNvPr>
            <p:cNvSpPr/>
            <p:nvPr/>
          </p:nvSpPr>
          <p:spPr>
            <a:xfrm>
              <a:off x="1316083" y="2160801"/>
              <a:ext cx="9559834" cy="1602855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게임을 나갑니까</a:t>
              </a:r>
              <a:r>
                <a:rPr lang="en-US" altLang="ko-KR" dirty="0">
                  <a:solidFill>
                    <a:sysClr val="windowText" lastClr="000000"/>
                  </a:solidFill>
                </a:rPr>
                <a:t>?</a:t>
              </a: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98AAFC7-9999-ECEC-AF23-9A7EA43A8480}"/>
                </a:ext>
              </a:extLst>
            </p:cNvPr>
            <p:cNvSpPr/>
            <p:nvPr/>
          </p:nvSpPr>
          <p:spPr>
            <a:xfrm>
              <a:off x="4198077" y="3036507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나가기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0995F0E-54F4-44E1-51D4-F4129A3D597D}"/>
                </a:ext>
              </a:extLst>
            </p:cNvPr>
            <p:cNvSpPr/>
            <p:nvPr/>
          </p:nvSpPr>
          <p:spPr>
            <a:xfrm>
              <a:off x="6740776" y="3073365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취소하기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40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5394-5E01-615B-6B1C-8F5BA454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9629271-0845-E0B4-7672-43D5F3790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로비</a:t>
            </a:r>
            <a:r>
              <a:rPr lang="en-US" altLang="ko-KR" sz="2800" dirty="0"/>
              <a:t>(</a:t>
            </a:r>
            <a:r>
              <a:rPr lang="ko-KR" altLang="en-US" sz="2800" dirty="0"/>
              <a:t>방장</a:t>
            </a:r>
            <a:r>
              <a:rPr lang="en-US" altLang="ko-KR" sz="2800" dirty="0"/>
              <a:t>) (</a:t>
            </a:r>
            <a:r>
              <a:rPr lang="ko-KR" altLang="en-US" sz="2800" dirty="0"/>
              <a:t>유저관리버튼추가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398BC4-8B02-2680-862E-C130CFEB8539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FD37F0-A28D-58AF-C2A0-527A9FAF6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B8608ED7-EB35-D2A5-48D5-ADEF262456FE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7293A11-9B89-C661-43BE-48DBF0034A70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게임시작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D769E6-C1B4-FD6C-909C-13357E047064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F5919-B0F8-A79B-500A-53408F61FBBE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D8DF972-F4D6-345C-7305-E0A59C238A22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712B483-6631-3732-1ED3-AF1EB928B80F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84031D8-9860-6811-6913-71AB769BE2AB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EAABA7-B920-B623-7F83-AD44FA744E89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4EC02C-7E9D-3A8D-93CE-583BC7F376E5}"/>
              </a:ext>
            </a:extLst>
          </p:cNvPr>
          <p:cNvSpPr/>
          <p:nvPr/>
        </p:nvSpPr>
        <p:spPr>
          <a:xfrm>
            <a:off x="10162903" y="2110500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유저관리</a:t>
            </a:r>
          </a:p>
        </p:txBody>
      </p:sp>
    </p:spTree>
    <p:extLst>
      <p:ext uri="{BB962C8B-B14F-4D97-AF65-F5344CB8AC3E}">
        <p14:creationId xmlns:p14="http://schemas.microsoft.com/office/powerpoint/2010/main" val="30849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F350E-C486-CC1D-ED26-89B239C39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0854B54-2D1F-EE05-2E1B-C13069A8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로비</a:t>
            </a:r>
            <a:r>
              <a:rPr lang="en-US" altLang="ko-KR" sz="2800" dirty="0"/>
              <a:t>(</a:t>
            </a:r>
            <a:r>
              <a:rPr lang="ko-KR" altLang="en-US" sz="2800" dirty="0"/>
              <a:t>방장</a:t>
            </a:r>
            <a:r>
              <a:rPr lang="en-US" altLang="ko-KR" sz="2800" dirty="0"/>
              <a:t>)(</a:t>
            </a:r>
            <a:r>
              <a:rPr lang="ko-KR" altLang="en-US" sz="2800" dirty="0"/>
              <a:t>유저관리 활성화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663E26-D92A-4511-21CA-DBBE16A6B5B9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EA5A95-0813-205B-893D-0C15F669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3C486A-C127-05FB-1F4D-CAB9561FACB3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4A85BA5-139C-EF23-C23E-E5A00B1303DD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게임시작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70F1B57-CE7F-2D56-A441-CFC61D27C67B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71AC100-298E-166F-5979-FA67E7E057B2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E6B36D5-9A29-6F9A-D42E-EAF749783473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2A2504-0EF1-9315-B5E6-B4000BE675AA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2FF1E7D-3D45-B317-E0FD-86B0AA108185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A8D481-D5E0-83F8-C3B1-C700F9F5CA6B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307B70-F900-C4ED-A0EE-3140A584C180}"/>
              </a:ext>
            </a:extLst>
          </p:cNvPr>
          <p:cNvSpPr/>
          <p:nvPr/>
        </p:nvSpPr>
        <p:spPr>
          <a:xfrm>
            <a:off x="10162903" y="2110500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7133C00-C886-B5AF-F02F-2E61430E229E}"/>
              </a:ext>
            </a:extLst>
          </p:cNvPr>
          <p:cNvSpPr/>
          <p:nvPr/>
        </p:nvSpPr>
        <p:spPr>
          <a:xfrm>
            <a:off x="3614738" y="1480047"/>
            <a:ext cx="4650377" cy="4197531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D7B27C-1E2C-AB31-D366-DD88D962918D}"/>
              </a:ext>
            </a:extLst>
          </p:cNvPr>
          <p:cNvSpPr/>
          <p:nvPr/>
        </p:nvSpPr>
        <p:spPr>
          <a:xfrm>
            <a:off x="8342812" y="1480047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0A859230-7D2C-2650-09AB-82E6E352F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217610"/>
              </p:ext>
            </p:extLst>
          </p:nvPr>
        </p:nvGraphicFramePr>
        <p:xfrm>
          <a:off x="3715859" y="1572211"/>
          <a:ext cx="3163912" cy="401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285">
                  <a:extLst>
                    <a:ext uri="{9D8B030D-6E8A-4147-A177-3AD203B41FA5}">
                      <a16:colId xmlns:a16="http://schemas.microsoft.com/office/drawing/2014/main" val="504917174"/>
                    </a:ext>
                  </a:extLst>
                </a:gridCol>
                <a:gridCol w="1150936">
                  <a:extLst>
                    <a:ext uri="{9D8B030D-6E8A-4147-A177-3AD203B41FA5}">
                      <a16:colId xmlns:a16="http://schemas.microsoft.com/office/drawing/2014/main" val="2513791002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3680683522"/>
                    </a:ext>
                  </a:extLst>
                </a:gridCol>
              </a:tblGrid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플레이어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Ping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10649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준비중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19826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19730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982115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16861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917848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준비중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96659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31172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</a:rPr>
                        <a:t>연결중</a:t>
                      </a:r>
                      <a:r>
                        <a:rPr lang="en-US" altLang="ko-KR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</a:rPr>
                        <a:t>…</a:t>
                      </a:r>
                      <a:endParaRPr lang="ko-KR" altLang="en-US" sz="12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15910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15742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연결끊김</a:t>
                      </a:r>
                      <a:endParaRPr lang="ko-KR" altLang="en-US" sz="12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238827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43C316EB-B72E-635E-8BDC-16073323AA29}"/>
              </a:ext>
            </a:extLst>
          </p:cNvPr>
          <p:cNvSpPr/>
          <p:nvPr/>
        </p:nvSpPr>
        <p:spPr>
          <a:xfrm>
            <a:off x="6975908" y="1952964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C250DB-77A1-BB6E-0737-1B8FADB1E8E2}"/>
              </a:ext>
            </a:extLst>
          </p:cNvPr>
          <p:cNvSpPr/>
          <p:nvPr/>
        </p:nvSpPr>
        <p:spPr>
          <a:xfrm>
            <a:off x="6975908" y="2306107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3BD3780-73C0-3272-C2EE-A4873A8D0612}"/>
              </a:ext>
            </a:extLst>
          </p:cNvPr>
          <p:cNvSpPr/>
          <p:nvPr/>
        </p:nvSpPr>
        <p:spPr>
          <a:xfrm>
            <a:off x="6975908" y="2667986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4520B4-A384-7AB1-52FA-75857A8E5902}"/>
              </a:ext>
            </a:extLst>
          </p:cNvPr>
          <p:cNvSpPr/>
          <p:nvPr/>
        </p:nvSpPr>
        <p:spPr>
          <a:xfrm>
            <a:off x="6975908" y="3027856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941337-B288-0241-F8C1-DA93F91163B2}"/>
              </a:ext>
            </a:extLst>
          </p:cNvPr>
          <p:cNvSpPr/>
          <p:nvPr/>
        </p:nvSpPr>
        <p:spPr>
          <a:xfrm>
            <a:off x="6975908" y="3389708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720FADF-418F-1E1C-EB75-AC38DC31F9CB}"/>
              </a:ext>
            </a:extLst>
          </p:cNvPr>
          <p:cNvSpPr/>
          <p:nvPr/>
        </p:nvSpPr>
        <p:spPr>
          <a:xfrm>
            <a:off x="6975908" y="3751587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E78979-B906-65E9-D1AB-3276B0AE9D45}"/>
              </a:ext>
            </a:extLst>
          </p:cNvPr>
          <p:cNvSpPr/>
          <p:nvPr/>
        </p:nvSpPr>
        <p:spPr>
          <a:xfrm>
            <a:off x="6975908" y="4127650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E064620-C44B-5A2C-44AD-C20BCE9908C1}"/>
              </a:ext>
            </a:extLst>
          </p:cNvPr>
          <p:cNvSpPr/>
          <p:nvPr/>
        </p:nvSpPr>
        <p:spPr>
          <a:xfrm>
            <a:off x="6975908" y="4489502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07BC1D-450F-538E-B4AC-C7811CE2CD66}"/>
              </a:ext>
            </a:extLst>
          </p:cNvPr>
          <p:cNvSpPr/>
          <p:nvPr/>
        </p:nvSpPr>
        <p:spPr>
          <a:xfrm>
            <a:off x="6975908" y="4842672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E8EA641-DA65-3AD8-D192-9613D2B6AB1E}"/>
              </a:ext>
            </a:extLst>
          </p:cNvPr>
          <p:cNvSpPr/>
          <p:nvPr/>
        </p:nvSpPr>
        <p:spPr>
          <a:xfrm>
            <a:off x="6975908" y="5240895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62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2D68-19EF-BCD2-DA79-CE9515F3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C34E725-B4A5-11D3-01AB-A6E0A7A5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채팅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1686EC-9D7F-5E67-DF7E-ADA687F85A78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9AEEC4-2E48-9768-FA01-DCAA0449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27846"/>
            <a:ext cx="9582150" cy="5419725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D0D323E7-97F9-C102-B4A1-1A9D0C1A7475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0586CFD-F1E8-3108-D752-D1F283E87389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게임시작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4AFD578-69B4-31F1-BA4A-34A7A23E3737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6C93507-1D44-DD45-3974-A81C62495DF0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4FA160-EB90-F24D-1E06-BB3D53B584C4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6FF29CF-CBEF-BBE1-18C2-59455E7547A6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8CEAB2A-F144-09D0-B9B9-07C8C29023BE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31E45E-495A-BA5D-082E-55B158F96A17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4D3DC3-F19C-5DFC-7DF0-4CB4C0A02162}"/>
              </a:ext>
            </a:extLst>
          </p:cNvPr>
          <p:cNvSpPr/>
          <p:nvPr/>
        </p:nvSpPr>
        <p:spPr>
          <a:xfrm>
            <a:off x="10162903" y="2110500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유저관리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683833A-6DFA-0369-EC29-02E3D369859E}"/>
              </a:ext>
            </a:extLst>
          </p:cNvPr>
          <p:cNvGrpSpPr/>
          <p:nvPr/>
        </p:nvGrpSpPr>
        <p:grpSpPr>
          <a:xfrm>
            <a:off x="3473632" y="1304072"/>
            <a:ext cx="5121728" cy="4388441"/>
            <a:chOff x="3473632" y="1304072"/>
            <a:chExt cx="5121728" cy="4388441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653FE6CD-0EA9-6EF0-198F-2BDE71FCE884}"/>
                </a:ext>
              </a:extLst>
            </p:cNvPr>
            <p:cNvSpPr/>
            <p:nvPr/>
          </p:nvSpPr>
          <p:spPr>
            <a:xfrm>
              <a:off x="3473632" y="1304072"/>
              <a:ext cx="5121728" cy="4388441"/>
            </a:xfrm>
            <a:prstGeom prst="rect">
              <a:avLst/>
            </a:prstGeom>
            <a:solidFill>
              <a:srgbClr val="DCEA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7A80FB-7A48-ECB6-7F73-B417AFAC5EB9}"/>
                </a:ext>
              </a:extLst>
            </p:cNvPr>
            <p:cNvSpPr/>
            <p:nvPr/>
          </p:nvSpPr>
          <p:spPr>
            <a:xfrm>
              <a:off x="3657600" y="1423783"/>
              <a:ext cx="4720046" cy="348785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채팅 </a:t>
              </a:r>
              <a:r>
                <a:rPr lang="en-US" altLang="ko-KR" dirty="0">
                  <a:solidFill>
                    <a:schemeClr val="tx1"/>
                  </a:solidFill>
                </a:rPr>
                <a:t>Area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C92F554-7564-A873-4B50-40E43D8FBFA5}"/>
                </a:ext>
              </a:extLst>
            </p:cNvPr>
            <p:cNvSpPr/>
            <p:nvPr/>
          </p:nvSpPr>
          <p:spPr>
            <a:xfrm>
              <a:off x="3657600" y="5031345"/>
              <a:ext cx="4720046" cy="47954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채팅입력란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AD1BE5-264B-745F-DFA6-0B5FD7942450}"/>
              </a:ext>
            </a:extLst>
          </p:cNvPr>
          <p:cNvSpPr/>
          <p:nvPr/>
        </p:nvSpPr>
        <p:spPr>
          <a:xfrm>
            <a:off x="8685031" y="1304072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90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3CD9-6777-FE39-44E0-710D471B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F5A8202-5D0E-BA0D-50DF-83F0FB87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95161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로비</a:t>
            </a:r>
            <a:r>
              <a:rPr lang="en-US" altLang="ko-KR" sz="2800" dirty="0"/>
              <a:t>(</a:t>
            </a:r>
            <a:r>
              <a:rPr lang="ko-KR" altLang="en-US" sz="2800" dirty="0"/>
              <a:t>방장</a:t>
            </a:r>
            <a:r>
              <a:rPr lang="en-US" altLang="ko-KR" sz="2800" dirty="0"/>
              <a:t>) (</a:t>
            </a:r>
            <a:r>
              <a:rPr lang="ko-KR" altLang="en-US" sz="2800" dirty="0" err="1"/>
              <a:t>강퇴하기</a:t>
            </a:r>
            <a:r>
              <a:rPr lang="ko-KR" altLang="en-US" sz="2800" dirty="0"/>
              <a:t> 눌렀을 경우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A4D197-7616-8A08-835C-6438627C6E1C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07578B-AF50-A924-F753-68C140CB3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719137"/>
            <a:ext cx="9582150" cy="5419725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B8CDCB9-2A96-72A6-6875-B3596B9AEC88}"/>
              </a:ext>
            </a:extLst>
          </p:cNvPr>
          <p:cNvSpPr/>
          <p:nvPr/>
        </p:nvSpPr>
        <p:spPr>
          <a:xfrm>
            <a:off x="9506222" y="4753042"/>
            <a:ext cx="1078502" cy="1131774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상호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작용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26D00EF-938A-5F1A-67D1-998E82A159FF}"/>
              </a:ext>
            </a:extLst>
          </p:cNvPr>
          <p:cNvSpPr/>
          <p:nvPr/>
        </p:nvSpPr>
        <p:spPr>
          <a:xfrm>
            <a:off x="5312228" y="5146765"/>
            <a:ext cx="1567543" cy="47026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게임시작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82A98AB-FE5B-E47A-A701-42631839CD9B}"/>
              </a:ext>
            </a:extLst>
          </p:cNvPr>
          <p:cNvSpPr/>
          <p:nvPr/>
        </p:nvSpPr>
        <p:spPr>
          <a:xfrm>
            <a:off x="10162903" y="727846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BE5ED70-7237-6FC2-EF9B-9B3586A5A268}"/>
              </a:ext>
            </a:extLst>
          </p:cNvPr>
          <p:cNvSpPr/>
          <p:nvPr/>
        </p:nvSpPr>
        <p:spPr>
          <a:xfrm>
            <a:off x="10162903" y="1423783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채팅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38FADE4-274E-D6A0-4AC1-CFD012A01ED9}"/>
              </a:ext>
            </a:extLst>
          </p:cNvPr>
          <p:cNvSpPr/>
          <p:nvPr/>
        </p:nvSpPr>
        <p:spPr>
          <a:xfrm>
            <a:off x="7751900" y="784383"/>
            <a:ext cx="2311764" cy="472917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CODE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: ******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43D67F7-A1A2-B1CA-FF5D-91DE0855D949}"/>
              </a:ext>
            </a:extLst>
          </p:cNvPr>
          <p:cNvSpPr/>
          <p:nvPr/>
        </p:nvSpPr>
        <p:spPr>
          <a:xfrm>
            <a:off x="7842068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5F94A19-AD77-8C77-FE21-1DE1CF43976A}"/>
              </a:ext>
            </a:extLst>
          </p:cNvPr>
          <p:cNvSpPr/>
          <p:nvPr/>
        </p:nvSpPr>
        <p:spPr>
          <a:xfrm>
            <a:off x="9583171" y="847622"/>
            <a:ext cx="382769" cy="346438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보이기</a:t>
            </a:r>
            <a:r>
              <a:rPr lang="en-US" altLang="ko-KR" sz="500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ko-KR" altLang="en-US" sz="500" b="1" dirty="0">
                <a:solidFill>
                  <a:schemeClr val="tx1"/>
                </a:solidFill>
              </a:rPr>
              <a:t>감추기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049711-BD5A-BBB7-B79F-F1CA377D58E4}"/>
              </a:ext>
            </a:extLst>
          </p:cNvPr>
          <p:cNvSpPr/>
          <p:nvPr/>
        </p:nvSpPr>
        <p:spPr>
          <a:xfrm>
            <a:off x="1505495" y="4161728"/>
            <a:ext cx="1778725" cy="1782553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조이스틱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A028FF-4044-7E66-BB01-08527B82ACB1}"/>
              </a:ext>
            </a:extLst>
          </p:cNvPr>
          <p:cNvSpPr/>
          <p:nvPr/>
        </p:nvSpPr>
        <p:spPr>
          <a:xfrm>
            <a:off x="10162903" y="2110500"/>
            <a:ext cx="713014" cy="63940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86296D-0566-9257-D09A-824E04EF4352}"/>
              </a:ext>
            </a:extLst>
          </p:cNvPr>
          <p:cNvSpPr/>
          <p:nvPr/>
        </p:nvSpPr>
        <p:spPr>
          <a:xfrm>
            <a:off x="3614738" y="1480047"/>
            <a:ext cx="4650377" cy="4197531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27F8F4-6608-5E49-604E-B6E0DEFAC560}"/>
              </a:ext>
            </a:extLst>
          </p:cNvPr>
          <p:cNvSpPr/>
          <p:nvPr/>
        </p:nvSpPr>
        <p:spPr>
          <a:xfrm>
            <a:off x="8342812" y="1480047"/>
            <a:ext cx="365760" cy="34875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X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3C54EA0-70C3-C0D8-2779-9D24D845F444}"/>
              </a:ext>
            </a:extLst>
          </p:cNvPr>
          <p:cNvGraphicFramePr>
            <a:graphicFrameLocks noGrp="1"/>
          </p:cNvGraphicFramePr>
          <p:nvPr/>
        </p:nvGraphicFramePr>
        <p:xfrm>
          <a:off x="3715859" y="1572211"/>
          <a:ext cx="3163912" cy="401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285">
                  <a:extLst>
                    <a:ext uri="{9D8B030D-6E8A-4147-A177-3AD203B41FA5}">
                      <a16:colId xmlns:a16="http://schemas.microsoft.com/office/drawing/2014/main" val="504917174"/>
                    </a:ext>
                  </a:extLst>
                </a:gridCol>
                <a:gridCol w="1150936">
                  <a:extLst>
                    <a:ext uri="{9D8B030D-6E8A-4147-A177-3AD203B41FA5}">
                      <a16:colId xmlns:a16="http://schemas.microsoft.com/office/drawing/2014/main" val="2513791002"/>
                    </a:ext>
                  </a:extLst>
                </a:gridCol>
                <a:gridCol w="905691">
                  <a:extLst>
                    <a:ext uri="{9D8B030D-6E8A-4147-A177-3AD203B41FA5}">
                      <a16:colId xmlns:a16="http://schemas.microsoft.com/office/drawing/2014/main" val="3680683522"/>
                    </a:ext>
                  </a:extLst>
                </a:gridCol>
              </a:tblGrid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플레이어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Ping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410649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준비중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19826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19730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982115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16861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917848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준비중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796659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31172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</a:rPr>
                        <a:t>연결중</a:t>
                      </a:r>
                      <a:r>
                        <a:rPr lang="en-US" altLang="ko-KR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</a:rPr>
                        <a:t>…</a:t>
                      </a:r>
                      <a:endParaRPr lang="ko-KR" altLang="en-US" sz="12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15910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99"/>
                          </a:solidFill>
                        </a:rPr>
                        <a:t>준비완료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157424"/>
                  </a:ext>
                </a:extLst>
              </a:tr>
              <a:tr h="365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Player10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</a:rPr>
                        <a:t>연결끊김</a:t>
                      </a:r>
                      <a:endParaRPr lang="ko-KR" altLang="en-US" sz="12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238827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B0BB9BB5-3564-347D-B72D-689973AAB434}"/>
              </a:ext>
            </a:extLst>
          </p:cNvPr>
          <p:cNvSpPr/>
          <p:nvPr/>
        </p:nvSpPr>
        <p:spPr>
          <a:xfrm>
            <a:off x="6975908" y="1952964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328018F-F722-D7C4-510B-010C0D748571}"/>
              </a:ext>
            </a:extLst>
          </p:cNvPr>
          <p:cNvSpPr/>
          <p:nvPr/>
        </p:nvSpPr>
        <p:spPr>
          <a:xfrm>
            <a:off x="6975908" y="2306107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A558820-0946-FE4F-83E5-26C921275485}"/>
              </a:ext>
            </a:extLst>
          </p:cNvPr>
          <p:cNvSpPr/>
          <p:nvPr/>
        </p:nvSpPr>
        <p:spPr>
          <a:xfrm>
            <a:off x="6975908" y="2667986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03E3C4-E503-C92B-8A76-AAE193EF17C2}"/>
              </a:ext>
            </a:extLst>
          </p:cNvPr>
          <p:cNvSpPr/>
          <p:nvPr/>
        </p:nvSpPr>
        <p:spPr>
          <a:xfrm>
            <a:off x="6975908" y="3027856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1E4A24-8580-E631-AC35-32CCA93AA481}"/>
              </a:ext>
            </a:extLst>
          </p:cNvPr>
          <p:cNvSpPr/>
          <p:nvPr/>
        </p:nvSpPr>
        <p:spPr>
          <a:xfrm>
            <a:off x="6975908" y="3389708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09AA884-A8B3-DAF5-4EA8-516A8E5C17C9}"/>
              </a:ext>
            </a:extLst>
          </p:cNvPr>
          <p:cNvSpPr/>
          <p:nvPr/>
        </p:nvSpPr>
        <p:spPr>
          <a:xfrm>
            <a:off x="6975908" y="3751587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B0053CC-78D5-BBA3-99DB-50F5A4B42917}"/>
              </a:ext>
            </a:extLst>
          </p:cNvPr>
          <p:cNvSpPr/>
          <p:nvPr/>
        </p:nvSpPr>
        <p:spPr>
          <a:xfrm>
            <a:off x="6975908" y="4127650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4BBA11B-0440-B3F0-5837-8E30D926B635}"/>
              </a:ext>
            </a:extLst>
          </p:cNvPr>
          <p:cNvSpPr/>
          <p:nvPr/>
        </p:nvSpPr>
        <p:spPr>
          <a:xfrm>
            <a:off x="6975908" y="4489502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6768959-1943-8857-2174-F1A6F8B4A2E1}"/>
              </a:ext>
            </a:extLst>
          </p:cNvPr>
          <p:cNvSpPr/>
          <p:nvPr/>
        </p:nvSpPr>
        <p:spPr>
          <a:xfrm>
            <a:off x="6975908" y="4842672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15C660-3D7F-3ACA-DA7A-71CEFCE36594}"/>
              </a:ext>
            </a:extLst>
          </p:cNvPr>
          <p:cNvSpPr/>
          <p:nvPr/>
        </p:nvSpPr>
        <p:spPr>
          <a:xfrm>
            <a:off x="6975908" y="5240895"/>
            <a:ext cx="923108" cy="259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강퇴하기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0E8947-53C7-B256-D212-F068AE3D58BB}"/>
              </a:ext>
            </a:extLst>
          </p:cNvPr>
          <p:cNvSpPr/>
          <p:nvPr/>
        </p:nvSpPr>
        <p:spPr>
          <a:xfrm>
            <a:off x="1316083" y="727845"/>
            <a:ext cx="9559834" cy="541972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DEEC72B-F5C1-DAFE-77BE-283E9A687BB7}"/>
              </a:ext>
            </a:extLst>
          </p:cNvPr>
          <p:cNvGrpSpPr/>
          <p:nvPr/>
        </p:nvGrpSpPr>
        <p:grpSpPr>
          <a:xfrm>
            <a:off x="1316083" y="2631063"/>
            <a:ext cx="9559834" cy="1602855"/>
            <a:chOff x="1316083" y="2160801"/>
            <a:chExt cx="9559834" cy="160285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E5B1DF2-E2E0-6D75-5FE6-4E89AC60DD19}"/>
                </a:ext>
              </a:extLst>
            </p:cNvPr>
            <p:cNvSpPr/>
            <p:nvPr/>
          </p:nvSpPr>
          <p:spPr>
            <a:xfrm>
              <a:off x="1316083" y="2160801"/>
              <a:ext cx="9559834" cy="1602855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Player10</a:t>
              </a:r>
              <a:r>
                <a:rPr lang="ko-KR" altLang="en-US" dirty="0">
                  <a:solidFill>
                    <a:sysClr val="windowText" lastClr="000000"/>
                  </a:solidFill>
                </a:rPr>
                <a:t>을 </a:t>
              </a:r>
              <a:r>
                <a:rPr lang="ko-KR" altLang="en-US" dirty="0" err="1">
                  <a:solidFill>
                    <a:sysClr val="windowText" lastClr="000000"/>
                  </a:solidFill>
                </a:rPr>
                <a:t>강퇴합니까</a:t>
              </a:r>
              <a:r>
                <a:rPr lang="en-US" altLang="ko-KR" dirty="0">
                  <a:solidFill>
                    <a:sysClr val="windowText" lastClr="000000"/>
                  </a:solidFill>
                </a:rPr>
                <a:t>?</a:t>
              </a: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88518DA-6078-0C49-3880-7687056209E0}"/>
                </a:ext>
              </a:extLst>
            </p:cNvPr>
            <p:cNvSpPr/>
            <p:nvPr/>
          </p:nvSpPr>
          <p:spPr>
            <a:xfrm>
              <a:off x="4198077" y="3036507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ysClr val="windowText" lastClr="000000"/>
                  </a:solidFill>
                </a:rPr>
                <a:t>강퇴하기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E4057B-F08D-9C0A-9F95-FF474E6DE33C}"/>
                </a:ext>
              </a:extLst>
            </p:cNvPr>
            <p:cNvSpPr/>
            <p:nvPr/>
          </p:nvSpPr>
          <p:spPr>
            <a:xfrm>
              <a:off x="6740776" y="3073365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취소하기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26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61777-7657-7B96-B3B4-1EF7CABEC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AA350D8-1CAD-7F4D-9F62-2625924B0E56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38EF11-E397-1F7C-ED57-BACE6406E589}"/>
              </a:ext>
            </a:extLst>
          </p:cNvPr>
          <p:cNvSpPr/>
          <p:nvPr/>
        </p:nvSpPr>
        <p:spPr>
          <a:xfrm>
            <a:off x="3901735" y="3760545"/>
            <a:ext cx="6754600" cy="12969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3484E25-C909-5707-6F5F-B2B76034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138702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커스터마이징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540A7F-3BC0-15E8-9272-E02D99D5F4C4}"/>
              </a:ext>
            </a:extLst>
          </p:cNvPr>
          <p:cNvSpPr/>
          <p:nvPr/>
        </p:nvSpPr>
        <p:spPr>
          <a:xfrm>
            <a:off x="1755470" y="1873955"/>
            <a:ext cx="1706878" cy="246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플레이어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커스텀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적용된 모습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AFE800-0F10-F1B9-9263-DAE119FB397E}"/>
              </a:ext>
            </a:extLst>
          </p:cNvPr>
          <p:cNvSpPr/>
          <p:nvPr/>
        </p:nvSpPr>
        <p:spPr>
          <a:xfrm>
            <a:off x="3901735" y="1908179"/>
            <a:ext cx="6754600" cy="1750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527606-FD09-2597-C873-7124F39622E8}"/>
              </a:ext>
            </a:extLst>
          </p:cNvPr>
          <p:cNvSpPr/>
          <p:nvPr/>
        </p:nvSpPr>
        <p:spPr>
          <a:xfrm>
            <a:off x="3880971" y="1259389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표정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57B17BC-C960-423F-85CB-93940DA727C1}"/>
              </a:ext>
            </a:extLst>
          </p:cNvPr>
          <p:cNvSpPr/>
          <p:nvPr/>
        </p:nvSpPr>
        <p:spPr>
          <a:xfrm>
            <a:off x="495689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장식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C9D3A8-3D58-E7F5-EE4B-595FC1B7C82B}"/>
              </a:ext>
            </a:extLst>
          </p:cNvPr>
          <p:cNvSpPr/>
          <p:nvPr/>
        </p:nvSpPr>
        <p:spPr>
          <a:xfrm>
            <a:off x="6027236" y="1271170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펫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1011A0-6FD2-3118-7B37-9CB2261593C1}"/>
              </a:ext>
            </a:extLst>
          </p:cNvPr>
          <p:cNvSpPr/>
          <p:nvPr/>
        </p:nvSpPr>
        <p:spPr>
          <a:xfrm>
            <a:off x="707162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DD00F1-0131-82B5-A948-3FCB97658909}"/>
              </a:ext>
            </a:extLst>
          </p:cNvPr>
          <p:cNvSpPr/>
          <p:nvPr/>
        </p:nvSpPr>
        <p:spPr>
          <a:xfrm>
            <a:off x="412018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선택안함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BA398A3-C056-02E2-A0D1-3DCB1C04BEA7}"/>
              </a:ext>
            </a:extLst>
          </p:cNvPr>
          <p:cNvSpPr/>
          <p:nvPr/>
        </p:nvSpPr>
        <p:spPr>
          <a:xfrm>
            <a:off x="5118131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21DE01-A97B-3280-37FE-DA70D25C56BB}"/>
              </a:ext>
            </a:extLst>
          </p:cNvPr>
          <p:cNvSpPr/>
          <p:nvPr/>
        </p:nvSpPr>
        <p:spPr>
          <a:xfrm>
            <a:off x="609866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0C175B9-BE7D-08BF-C7E1-06AFD1BCB03B}"/>
              </a:ext>
            </a:extLst>
          </p:cNvPr>
          <p:cNvSpPr/>
          <p:nvPr/>
        </p:nvSpPr>
        <p:spPr>
          <a:xfrm>
            <a:off x="7074829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EFD1E0-EBAC-56C9-0519-09E8FA626AD0}"/>
              </a:ext>
            </a:extLst>
          </p:cNvPr>
          <p:cNvSpPr/>
          <p:nvPr/>
        </p:nvSpPr>
        <p:spPr>
          <a:xfrm>
            <a:off x="412018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B2EE54-FC81-5853-BA83-E87D622C1E5F}"/>
              </a:ext>
            </a:extLst>
          </p:cNvPr>
          <p:cNvSpPr/>
          <p:nvPr/>
        </p:nvSpPr>
        <p:spPr>
          <a:xfrm>
            <a:off x="5118131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5666E02-34A2-FF6D-FD1B-860C39282274}"/>
              </a:ext>
            </a:extLst>
          </p:cNvPr>
          <p:cNvSpPr/>
          <p:nvPr/>
        </p:nvSpPr>
        <p:spPr>
          <a:xfrm>
            <a:off x="609866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5DE0A5-8F99-85D9-7FBC-62E40BE9CAAA}"/>
              </a:ext>
            </a:extLst>
          </p:cNvPr>
          <p:cNvSpPr/>
          <p:nvPr/>
        </p:nvSpPr>
        <p:spPr>
          <a:xfrm>
            <a:off x="7074829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1EA4542-1E94-275E-F4BF-0B19876ED527}"/>
              </a:ext>
            </a:extLst>
          </p:cNvPr>
          <p:cNvSpPr/>
          <p:nvPr/>
        </p:nvSpPr>
        <p:spPr>
          <a:xfrm>
            <a:off x="4091966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C67CF11-5112-D5FF-3E4C-2B954DE9D0C7}"/>
              </a:ext>
            </a:extLst>
          </p:cNvPr>
          <p:cNvSpPr/>
          <p:nvPr/>
        </p:nvSpPr>
        <p:spPr>
          <a:xfrm>
            <a:off x="508991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8CAF345-F8B2-33BF-2FC6-B800AF81AEE3}"/>
              </a:ext>
            </a:extLst>
          </p:cNvPr>
          <p:cNvSpPr/>
          <p:nvPr/>
        </p:nvSpPr>
        <p:spPr>
          <a:xfrm>
            <a:off x="6070447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CF0965-C925-358C-2D43-942A6BBB3F6A}"/>
              </a:ext>
            </a:extLst>
          </p:cNvPr>
          <p:cNvSpPr/>
          <p:nvPr/>
        </p:nvSpPr>
        <p:spPr>
          <a:xfrm>
            <a:off x="7046612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E07E0B-4352-D4F4-FB00-0DEB2001F23F}"/>
              </a:ext>
            </a:extLst>
          </p:cNvPr>
          <p:cNvSpPr/>
          <p:nvPr/>
        </p:nvSpPr>
        <p:spPr>
          <a:xfrm>
            <a:off x="2322606" y="1230622"/>
            <a:ext cx="1139742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코인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68DC41-9A9C-C6CF-49F8-984D191D8E4E}"/>
              </a:ext>
            </a:extLst>
          </p:cNvPr>
          <p:cNvSpPr/>
          <p:nvPr/>
        </p:nvSpPr>
        <p:spPr>
          <a:xfrm>
            <a:off x="1766632" y="1230622"/>
            <a:ext cx="437874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ysClr val="windowText" lastClr="000000"/>
                </a:solidFill>
              </a:rPr>
              <a:t>+</a:t>
            </a:r>
            <a:endParaRPr lang="ko-KR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791CF4-8A30-3BF0-8D53-745421282EC7}"/>
              </a:ext>
            </a:extLst>
          </p:cNvPr>
          <p:cNvSpPr/>
          <p:nvPr/>
        </p:nvSpPr>
        <p:spPr>
          <a:xfrm>
            <a:off x="1847448" y="5057540"/>
            <a:ext cx="1522922" cy="53514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확정하기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0D27C9-79E4-F73A-CA4C-E94766AB9423}"/>
              </a:ext>
            </a:extLst>
          </p:cNvPr>
          <p:cNvSpPr/>
          <p:nvPr/>
        </p:nvSpPr>
        <p:spPr>
          <a:xfrm>
            <a:off x="2156063" y="4475154"/>
            <a:ext cx="905692" cy="365760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20D5CF-0B88-92D4-52AC-A164F86419BC}"/>
              </a:ext>
            </a:extLst>
          </p:cNvPr>
          <p:cNvSpPr/>
          <p:nvPr/>
        </p:nvSpPr>
        <p:spPr>
          <a:xfrm>
            <a:off x="9518469" y="1268182"/>
            <a:ext cx="1137866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나가기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49FD346-369E-E17A-8FA3-FCE433E6A61F}"/>
              </a:ext>
            </a:extLst>
          </p:cNvPr>
          <p:cNvSpPr/>
          <p:nvPr/>
        </p:nvSpPr>
        <p:spPr>
          <a:xfrm>
            <a:off x="805099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336A07E-BBA6-570E-49AC-79AC93DFFC05}"/>
              </a:ext>
            </a:extLst>
          </p:cNvPr>
          <p:cNvSpPr/>
          <p:nvPr/>
        </p:nvSpPr>
        <p:spPr>
          <a:xfrm>
            <a:off x="899232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04E8E75-A8D5-66C0-F619-CBA02F27CA7A}"/>
              </a:ext>
            </a:extLst>
          </p:cNvPr>
          <p:cNvSpPr/>
          <p:nvPr/>
        </p:nvSpPr>
        <p:spPr>
          <a:xfrm>
            <a:off x="805099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904599-26CB-1668-75AB-3A0A2254AD19}"/>
              </a:ext>
            </a:extLst>
          </p:cNvPr>
          <p:cNvSpPr/>
          <p:nvPr/>
        </p:nvSpPr>
        <p:spPr>
          <a:xfrm>
            <a:off x="899232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E151A5-5A23-8D0F-5D7D-C20832E14E20}"/>
              </a:ext>
            </a:extLst>
          </p:cNvPr>
          <p:cNvSpPr/>
          <p:nvPr/>
        </p:nvSpPr>
        <p:spPr>
          <a:xfrm>
            <a:off x="991543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111CFFC-0761-1859-7697-0985E2DAFA91}"/>
              </a:ext>
            </a:extLst>
          </p:cNvPr>
          <p:cNvSpPr/>
          <p:nvPr/>
        </p:nvSpPr>
        <p:spPr>
          <a:xfrm>
            <a:off x="991543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447231D-7F4A-B4B9-7AFC-CFBE95665209}"/>
              </a:ext>
            </a:extLst>
          </p:cNvPr>
          <p:cNvSpPr/>
          <p:nvPr/>
        </p:nvSpPr>
        <p:spPr>
          <a:xfrm>
            <a:off x="805099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9434E3E-AD20-0724-977E-2545881ADE67}"/>
              </a:ext>
            </a:extLst>
          </p:cNvPr>
          <p:cNvSpPr/>
          <p:nvPr/>
        </p:nvSpPr>
        <p:spPr>
          <a:xfrm>
            <a:off x="9027159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565ED73-C280-5C83-4F70-9BFB99E3022C}"/>
              </a:ext>
            </a:extLst>
          </p:cNvPr>
          <p:cNvSpPr/>
          <p:nvPr/>
        </p:nvSpPr>
        <p:spPr>
          <a:xfrm>
            <a:off x="991543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A11D74B-735E-93C7-4E78-D3447079309C}"/>
              </a:ext>
            </a:extLst>
          </p:cNvPr>
          <p:cNvSpPr/>
          <p:nvPr/>
        </p:nvSpPr>
        <p:spPr>
          <a:xfrm>
            <a:off x="3901735" y="5187878"/>
            <a:ext cx="6754600" cy="41073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좌우 스크롤 바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무료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유료 둘 다 적용됨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61B9D16-4601-BB79-1EF4-FFD7D365F9C2}"/>
              </a:ext>
            </a:extLst>
          </p:cNvPr>
          <p:cNvSpPr/>
          <p:nvPr/>
        </p:nvSpPr>
        <p:spPr>
          <a:xfrm>
            <a:off x="4091966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F814BF-EAE8-F4C5-0D8A-3AF1165163BC}"/>
              </a:ext>
            </a:extLst>
          </p:cNvPr>
          <p:cNvSpPr/>
          <p:nvPr/>
        </p:nvSpPr>
        <p:spPr>
          <a:xfrm>
            <a:off x="50899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8CF66A4-4B1C-0CC1-6849-6247F0D6A594}"/>
              </a:ext>
            </a:extLst>
          </p:cNvPr>
          <p:cNvSpPr/>
          <p:nvPr/>
        </p:nvSpPr>
        <p:spPr>
          <a:xfrm>
            <a:off x="60840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904FB97-246F-C850-B078-CC605F044D50}"/>
              </a:ext>
            </a:extLst>
          </p:cNvPr>
          <p:cNvSpPr/>
          <p:nvPr/>
        </p:nvSpPr>
        <p:spPr>
          <a:xfrm>
            <a:off x="7046612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EE3B0B5-10F3-AADA-ACBF-D0F8391780BF}"/>
              </a:ext>
            </a:extLst>
          </p:cNvPr>
          <p:cNvSpPr/>
          <p:nvPr/>
        </p:nvSpPr>
        <p:spPr>
          <a:xfrm>
            <a:off x="805099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8A3E254-AFCB-284F-5F72-0C4413B0165A}"/>
              </a:ext>
            </a:extLst>
          </p:cNvPr>
          <p:cNvSpPr/>
          <p:nvPr/>
        </p:nvSpPr>
        <p:spPr>
          <a:xfrm>
            <a:off x="9027159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55B4A37-A571-4C09-D001-F7A64E5F8FCB}"/>
              </a:ext>
            </a:extLst>
          </p:cNvPr>
          <p:cNvSpPr/>
          <p:nvPr/>
        </p:nvSpPr>
        <p:spPr>
          <a:xfrm>
            <a:off x="991543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FF11054-4127-7D18-59A4-D35DCE4DB8B5}"/>
              </a:ext>
            </a:extLst>
          </p:cNvPr>
          <p:cNvSpPr/>
          <p:nvPr/>
        </p:nvSpPr>
        <p:spPr>
          <a:xfrm>
            <a:off x="8116008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꼬리</a:t>
            </a:r>
          </a:p>
        </p:txBody>
      </p:sp>
    </p:spTree>
    <p:extLst>
      <p:ext uri="{BB962C8B-B14F-4D97-AF65-F5344CB8AC3E}">
        <p14:creationId xmlns:p14="http://schemas.microsoft.com/office/powerpoint/2010/main" val="161204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6DE7-5BA6-7AEB-8C84-D6D870EF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BC3329A2-C2FA-4B08-4176-3C127ECC6DCB}"/>
              </a:ext>
            </a:extLst>
          </p:cNvPr>
          <p:cNvSpPr/>
          <p:nvPr/>
        </p:nvSpPr>
        <p:spPr>
          <a:xfrm>
            <a:off x="3901735" y="3760545"/>
            <a:ext cx="6754600" cy="12969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5F6887E-F193-9F51-7C12-BA570E5C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138702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커스터마이징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DE6DAF-28CE-73ED-0EA0-DE31A13DB96F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84A8B-7BED-5311-D289-9326F855DA8B}"/>
              </a:ext>
            </a:extLst>
          </p:cNvPr>
          <p:cNvSpPr/>
          <p:nvPr/>
        </p:nvSpPr>
        <p:spPr>
          <a:xfrm>
            <a:off x="1755470" y="1873955"/>
            <a:ext cx="1706878" cy="246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플레이어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커스텀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적용된 모습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1EF34B-012F-2A67-0AD2-8F9AB510A530}"/>
              </a:ext>
            </a:extLst>
          </p:cNvPr>
          <p:cNvSpPr/>
          <p:nvPr/>
        </p:nvSpPr>
        <p:spPr>
          <a:xfrm>
            <a:off x="3901735" y="1908179"/>
            <a:ext cx="6754600" cy="1750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09A72B-F198-08F7-5C31-E5236AA639B2}"/>
              </a:ext>
            </a:extLst>
          </p:cNvPr>
          <p:cNvSpPr/>
          <p:nvPr/>
        </p:nvSpPr>
        <p:spPr>
          <a:xfrm>
            <a:off x="3880971" y="1259389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표정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A64D5D5-00CF-0123-BE43-58171A055476}"/>
              </a:ext>
            </a:extLst>
          </p:cNvPr>
          <p:cNvSpPr/>
          <p:nvPr/>
        </p:nvSpPr>
        <p:spPr>
          <a:xfrm>
            <a:off x="495689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장식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A16F2BC-94AD-CEE2-B287-3CBCBD842A77}"/>
              </a:ext>
            </a:extLst>
          </p:cNvPr>
          <p:cNvSpPr/>
          <p:nvPr/>
        </p:nvSpPr>
        <p:spPr>
          <a:xfrm>
            <a:off x="6027236" y="1271170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펫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B0D661-4199-C645-9EE2-9256645EDBD5}"/>
              </a:ext>
            </a:extLst>
          </p:cNvPr>
          <p:cNvSpPr/>
          <p:nvPr/>
        </p:nvSpPr>
        <p:spPr>
          <a:xfrm>
            <a:off x="707162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E4F142-270B-6A6C-0FEB-C69AB0B8A04E}"/>
              </a:ext>
            </a:extLst>
          </p:cNvPr>
          <p:cNvSpPr/>
          <p:nvPr/>
        </p:nvSpPr>
        <p:spPr>
          <a:xfrm>
            <a:off x="412018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선택안함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90B6699-29C2-9598-977A-39736E612DCC}"/>
              </a:ext>
            </a:extLst>
          </p:cNvPr>
          <p:cNvSpPr/>
          <p:nvPr/>
        </p:nvSpPr>
        <p:spPr>
          <a:xfrm>
            <a:off x="5118131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D312B92-AD7B-0589-95D3-6A193C81A90B}"/>
              </a:ext>
            </a:extLst>
          </p:cNvPr>
          <p:cNvSpPr/>
          <p:nvPr/>
        </p:nvSpPr>
        <p:spPr>
          <a:xfrm>
            <a:off x="609866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702DCDF-30F4-C2A8-7925-E28E9AED044D}"/>
              </a:ext>
            </a:extLst>
          </p:cNvPr>
          <p:cNvSpPr/>
          <p:nvPr/>
        </p:nvSpPr>
        <p:spPr>
          <a:xfrm>
            <a:off x="7074829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73D652-C465-50F9-F2F0-87EEC0ACC707}"/>
              </a:ext>
            </a:extLst>
          </p:cNvPr>
          <p:cNvSpPr/>
          <p:nvPr/>
        </p:nvSpPr>
        <p:spPr>
          <a:xfrm>
            <a:off x="412018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4006EC9-FACA-8A0E-FCDD-D65C14A1D8EB}"/>
              </a:ext>
            </a:extLst>
          </p:cNvPr>
          <p:cNvSpPr/>
          <p:nvPr/>
        </p:nvSpPr>
        <p:spPr>
          <a:xfrm>
            <a:off x="5118131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5EB0E6F-6EE4-3EA7-0A97-F7F2E088DCF1}"/>
              </a:ext>
            </a:extLst>
          </p:cNvPr>
          <p:cNvSpPr/>
          <p:nvPr/>
        </p:nvSpPr>
        <p:spPr>
          <a:xfrm>
            <a:off x="609866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C5912D-414E-5430-C3A0-48CE76F9A76B}"/>
              </a:ext>
            </a:extLst>
          </p:cNvPr>
          <p:cNvSpPr/>
          <p:nvPr/>
        </p:nvSpPr>
        <p:spPr>
          <a:xfrm>
            <a:off x="7074829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FEE6B4-55C4-945D-8593-F23ACC00B3D9}"/>
              </a:ext>
            </a:extLst>
          </p:cNvPr>
          <p:cNvSpPr/>
          <p:nvPr/>
        </p:nvSpPr>
        <p:spPr>
          <a:xfrm>
            <a:off x="4091966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46A6D5-E933-77E4-137B-D1DEE2F19061}"/>
              </a:ext>
            </a:extLst>
          </p:cNvPr>
          <p:cNvSpPr/>
          <p:nvPr/>
        </p:nvSpPr>
        <p:spPr>
          <a:xfrm>
            <a:off x="508991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742E23-EDC9-1B13-DDAD-191465261231}"/>
              </a:ext>
            </a:extLst>
          </p:cNvPr>
          <p:cNvSpPr/>
          <p:nvPr/>
        </p:nvSpPr>
        <p:spPr>
          <a:xfrm>
            <a:off x="6070447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AB6129E-1E55-F8A1-95F6-2170F9EB559E}"/>
              </a:ext>
            </a:extLst>
          </p:cNvPr>
          <p:cNvSpPr/>
          <p:nvPr/>
        </p:nvSpPr>
        <p:spPr>
          <a:xfrm>
            <a:off x="7046612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D1BF699-7D0B-9A79-A33A-FC5ED44A419F}"/>
              </a:ext>
            </a:extLst>
          </p:cNvPr>
          <p:cNvSpPr/>
          <p:nvPr/>
        </p:nvSpPr>
        <p:spPr>
          <a:xfrm>
            <a:off x="2322606" y="1230622"/>
            <a:ext cx="1139742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코인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983F918-0D28-7556-2D7F-06EC7AA8A4BA}"/>
              </a:ext>
            </a:extLst>
          </p:cNvPr>
          <p:cNvSpPr/>
          <p:nvPr/>
        </p:nvSpPr>
        <p:spPr>
          <a:xfrm>
            <a:off x="1766632" y="1230622"/>
            <a:ext cx="437874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ysClr val="windowText" lastClr="000000"/>
                </a:solidFill>
              </a:rPr>
              <a:t>+</a:t>
            </a:r>
            <a:endParaRPr lang="ko-KR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712AF2-6A5C-18C8-4710-93A01C86F3E1}"/>
              </a:ext>
            </a:extLst>
          </p:cNvPr>
          <p:cNvSpPr/>
          <p:nvPr/>
        </p:nvSpPr>
        <p:spPr>
          <a:xfrm>
            <a:off x="1847448" y="5057540"/>
            <a:ext cx="1522922" cy="53514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확정하기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6E2EDE-4D3A-F5C7-BBBB-59209CEA40EB}"/>
              </a:ext>
            </a:extLst>
          </p:cNvPr>
          <p:cNvSpPr/>
          <p:nvPr/>
        </p:nvSpPr>
        <p:spPr>
          <a:xfrm>
            <a:off x="2156063" y="4475154"/>
            <a:ext cx="905692" cy="365760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4C4932-F783-8D35-B1B7-4F79BA2238EC}"/>
              </a:ext>
            </a:extLst>
          </p:cNvPr>
          <p:cNvSpPr/>
          <p:nvPr/>
        </p:nvSpPr>
        <p:spPr>
          <a:xfrm>
            <a:off x="9518469" y="1268182"/>
            <a:ext cx="1137866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나가기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463911-BD07-30BF-EE62-BE276C2E984A}"/>
              </a:ext>
            </a:extLst>
          </p:cNvPr>
          <p:cNvSpPr/>
          <p:nvPr/>
        </p:nvSpPr>
        <p:spPr>
          <a:xfrm>
            <a:off x="805099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862151-2DA2-EAD4-392E-475027A226E8}"/>
              </a:ext>
            </a:extLst>
          </p:cNvPr>
          <p:cNvSpPr/>
          <p:nvPr/>
        </p:nvSpPr>
        <p:spPr>
          <a:xfrm>
            <a:off x="899232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981218B-53CB-E013-DBA4-3C4A8396ABC9}"/>
              </a:ext>
            </a:extLst>
          </p:cNvPr>
          <p:cNvSpPr/>
          <p:nvPr/>
        </p:nvSpPr>
        <p:spPr>
          <a:xfrm>
            <a:off x="805099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E9B340C-26FE-F234-13FC-ACFACE0CDE1D}"/>
              </a:ext>
            </a:extLst>
          </p:cNvPr>
          <p:cNvSpPr/>
          <p:nvPr/>
        </p:nvSpPr>
        <p:spPr>
          <a:xfrm>
            <a:off x="899232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327F29D-B2A7-14CD-D4BC-3A776914A9D1}"/>
              </a:ext>
            </a:extLst>
          </p:cNvPr>
          <p:cNvSpPr/>
          <p:nvPr/>
        </p:nvSpPr>
        <p:spPr>
          <a:xfrm>
            <a:off x="991543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A387A0-832E-D1D7-D0A1-5884483BED98}"/>
              </a:ext>
            </a:extLst>
          </p:cNvPr>
          <p:cNvSpPr/>
          <p:nvPr/>
        </p:nvSpPr>
        <p:spPr>
          <a:xfrm>
            <a:off x="991543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401C015-3B3C-E3D3-84F1-7426D28314A5}"/>
              </a:ext>
            </a:extLst>
          </p:cNvPr>
          <p:cNvSpPr/>
          <p:nvPr/>
        </p:nvSpPr>
        <p:spPr>
          <a:xfrm>
            <a:off x="805099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4D23EC0-E5C9-53AD-0745-9CE7F95C5649}"/>
              </a:ext>
            </a:extLst>
          </p:cNvPr>
          <p:cNvSpPr/>
          <p:nvPr/>
        </p:nvSpPr>
        <p:spPr>
          <a:xfrm>
            <a:off x="9027159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35A5F73-C7C3-3934-3563-809DED093111}"/>
              </a:ext>
            </a:extLst>
          </p:cNvPr>
          <p:cNvSpPr/>
          <p:nvPr/>
        </p:nvSpPr>
        <p:spPr>
          <a:xfrm>
            <a:off x="991543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058F73D-2CE4-9160-D05D-3C0A73DEBC7B}"/>
              </a:ext>
            </a:extLst>
          </p:cNvPr>
          <p:cNvSpPr/>
          <p:nvPr/>
        </p:nvSpPr>
        <p:spPr>
          <a:xfrm>
            <a:off x="3901735" y="5187878"/>
            <a:ext cx="6754600" cy="41073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좌우 스크롤 바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무료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유료 둘 다 적용됨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6BB448-D643-46FA-83FB-BF793AD762EB}"/>
              </a:ext>
            </a:extLst>
          </p:cNvPr>
          <p:cNvSpPr/>
          <p:nvPr/>
        </p:nvSpPr>
        <p:spPr>
          <a:xfrm>
            <a:off x="4091966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46EDE1-999F-56CD-F134-FF332458A395}"/>
              </a:ext>
            </a:extLst>
          </p:cNvPr>
          <p:cNvSpPr/>
          <p:nvPr/>
        </p:nvSpPr>
        <p:spPr>
          <a:xfrm>
            <a:off x="50899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04EDB3D-FA72-A1A2-9231-893CA8E7CADE}"/>
              </a:ext>
            </a:extLst>
          </p:cNvPr>
          <p:cNvSpPr/>
          <p:nvPr/>
        </p:nvSpPr>
        <p:spPr>
          <a:xfrm>
            <a:off x="60840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E66E02-F60B-FC4D-F73D-B1B676D0E2BA}"/>
              </a:ext>
            </a:extLst>
          </p:cNvPr>
          <p:cNvSpPr/>
          <p:nvPr/>
        </p:nvSpPr>
        <p:spPr>
          <a:xfrm>
            <a:off x="7046612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C73652B-F6CB-86CC-D833-9B0B51D2CF6C}"/>
              </a:ext>
            </a:extLst>
          </p:cNvPr>
          <p:cNvSpPr/>
          <p:nvPr/>
        </p:nvSpPr>
        <p:spPr>
          <a:xfrm>
            <a:off x="805099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258D763-7C94-E4AD-4752-F99B5A56DFB4}"/>
              </a:ext>
            </a:extLst>
          </p:cNvPr>
          <p:cNvSpPr/>
          <p:nvPr/>
        </p:nvSpPr>
        <p:spPr>
          <a:xfrm>
            <a:off x="9027159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C5FD3B1-7E2C-EE02-7A25-A12536FCB1A0}"/>
              </a:ext>
            </a:extLst>
          </p:cNvPr>
          <p:cNvSpPr/>
          <p:nvPr/>
        </p:nvSpPr>
        <p:spPr>
          <a:xfrm>
            <a:off x="991543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6BD2484-3626-B198-853E-F8F3A9C72141}"/>
              </a:ext>
            </a:extLst>
          </p:cNvPr>
          <p:cNvSpPr/>
          <p:nvPr/>
        </p:nvSpPr>
        <p:spPr>
          <a:xfrm>
            <a:off x="8116008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꼬리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EA0C76-2030-A2A7-B95C-BE2464F12BCD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E11107A-AE31-759F-6D48-C204391B72C2}"/>
              </a:ext>
            </a:extLst>
          </p:cNvPr>
          <p:cNvGrpSpPr/>
          <p:nvPr/>
        </p:nvGrpSpPr>
        <p:grpSpPr>
          <a:xfrm>
            <a:off x="1316083" y="2160801"/>
            <a:ext cx="9559834" cy="2887484"/>
            <a:chOff x="1316083" y="2160801"/>
            <a:chExt cx="9559834" cy="288748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8C84574-623F-BD92-DE6F-9522AF4B499C}"/>
                </a:ext>
              </a:extLst>
            </p:cNvPr>
            <p:cNvSpPr/>
            <p:nvPr/>
          </p:nvSpPr>
          <p:spPr>
            <a:xfrm>
              <a:off x="1316083" y="2160801"/>
              <a:ext cx="9559834" cy="2887484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 코인을 소모하여 결제를 </a:t>
              </a:r>
              <a:r>
                <a:rPr lang="ko-KR" altLang="en-US" dirty="0" err="1">
                  <a:solidFill>
                    <a:sysClr val="windowText" lastClr="000000"/>
                  </a:solidFill>
                </a:rPr>
                <a:t>진행하시겠습니까</a:t>
              </a:r>
              <a:r>
                <a:rPr lang="en-US" altLang="ko-KR" dirty="0">
                  <a:solidFill>
                    <a:sysClr val="windowText" lastClr="000000"/>
                  </a:solidFill>
                </a:rPr>
                <a:t>?</a:t>
              </a:r>
            </a:p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(</a:t>
              </a:r>
              <a:r>
                <a:rPr lang="ko-KR" altLang="en-US" dirty="0">
                  <a:solidFill>
                    <a:sysClr val="windowText" lastClr="000000"/>
                  </a:solidFill>
                </a:rPr>
                <a:t>한번 구입한 아이템은 환불이 불가합니다</a:t>
              </a:r>
              <a:r>
                <a:rPr lang="en-US" altLang="ko-KR" dirty="0">
                  <a:solidFill>
                    <a:sysClr val="windowText" lastClr="000000"/>
                  </a:solidFill>
                </a:rPr>
                <a:t>.)</a:t>
              </a: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  <a:p>
              <a:pPr algn="ctr"/>
              <a:endParaRPr lang="en-US" altLang="ko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F0E9DE-EC82-7491-E4D0-8122161842EA}"/>
                </a:ext>
              </a:extLst>
            </p:cNvPr>
            <p:cNvSpPr/>
            <p:nvPr/>
          </p:nvSpPr>
          <p:spPr>
            <a:xfrm>
              <a:off x="3979815" y="4031028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구매하기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7D5ED5-0D15-7701-EFD0-07F573B730C8}"/>
                </a:ext>
              </a:extLst>
            </p:cNvPr>
            <p:cNvSpPr/>
            <p:nvPr/>
          </p:nvSpPr>
          <p:spPr>
            <a:xfrm>
              <a:off x="6828342" y="4031028"/>
              <a:ext cx="1393372" cy="493477"/>
            </a:xfrm>
            <a:prstGeom prst="rect">
              <a:avLst/>
            </a:prstGeom>
            <a:solidFill>
              <a:srgbClr val="DCEAF7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ysClr val="windowText" lastClr="000000"/>
                  </a:solidFill>
                </a:rPr>
                <a:t>취소하기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082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CA78-585F-93A9-88B6-82A059F6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F05319-1A1A-BC07-EBE6-3527F25A4454}"/>
              </a:ext>
            </a:extLst>
          </p:cNvPr>
          <p:cNvSpPr/>
          <p:nvPr/>
        </p:nvSpPr>
        <p:spPr>
          <a:xfrm>
            <a:off x="3901735" y="3760545"/>
            <a:ext cx="6754600" cy="12969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344A325-F013-DBE0-9736-1A0FCC64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138702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커스터마이징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CBB4C8-E4AF-6854-A922-4747B48175CE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70ACD5-7AE5-F31D-78C4-5EBA25718C6D}"/>
              </a:ext>
            </a:extLst>
          </p:cNvPr>
          <p:cNvSpPr/>
          <p:nvPr/>
        </p:nvSpPr>
        <p:spPr>
          <a:xfrm>
            <a:off x="1755470" y="1873955"/>
            <a:ext cx="1706878" cy="246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플레이어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커스텀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적용된 모습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AF4C85D-67C1-C604-1FB8-70AA029863FA}"/>
              </a:ext>
            </a:extLst>
          </p:cNvPr>
          <p:cNvSpPr/>
          <p:nvPr/>
        </p:nvSpPr>
        <p:spPr>
          <a:xfrm>
            <a:off x="3901735" y="1908179"/>
            <a:ext cx="6754600" cy="1750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4F7004-5B38-0DF0-2D4E-00133B70D020}"/>
              </a:ext>
            </a:extLst>
          </p:cNvPr>
          <p:cNvSpPr/>
          <p:nvPr/>
        </p:nvSpPr>
        <p:spPr>
          <a:xfrm>
            <a:off x="3880971" y="1259389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표정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C62B08-9D26-BD16-7E23-28063EB9B04D}"/>
              </a:ext>
            </a:extLst>
          </p:cNvPr>
          <p:cNvSpPr/>
          <p:nvPr/>
        </p:nvSpPr>
        <p:spPr>
          <a:xfrm>
            <a:off x="495689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장식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889A3F-6E0B-671E-51D1-6C16A4D33955}"/>
              </a:ext>
            </a:extLst>
          </p:cNvPr>
          <p:cNvSpPr/>
          <p:nvPr/>
        </p:nvSpPr>
        <p:spPr>
          <a:xfrm>
            <a:off x="6027236" y="1271170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펫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B7C8F1-7637-907E-E4C6-2165E5DB4250}"/>
              </a:ext>
            </a:extLst>
          </p:cNvPr>
          <p:cNvSpPr/>
          <p:nvPr/>
        </p:nvSpPr>
        <p:spPr>
          <a:xfrm>
            <a:off x="707162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FFA860-F067-F465-8E4B-48B79EC6E997}"/>
              </a:ext>
            </a:extLst>
          </p:cNvPr>
          <p:cNvSpPr/>
          <p:nvPr/>
        </p:nvSpPr>
        <p:spPr>
          <a:xfrm>
            <a:off x="412018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선택안함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77BAAE-7C5D-6F51-4D1D-7F7BF808DB36}"/>
              </a:ext>
            </a:extLst>
          </p:cNvPr>
          <p:cNvSpPr/>
          <p:nvPr/>
        </p:nvSpPr>
        <p:spPr>
          <a:xfrm>
            <a:off x="5118131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C7479B7-42B3-26DD-97EC-59A64FF66291}"/>
              </a:ext>
            </a:extLst>
          </p:cNvPr>
          <p:cNvSpPr/>
          <p:nvPr/>
        </p:nvSpPr>
        <p:spPr>
          <a:xfrm>
            <a:off x="609866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48A13A-B3AF-4F5B-5A52-7A7324257DE7}"/>
              </a:ext>
            </a:extLst>
          </p:cNvPr>
          <p:cNvSpPr/>
          <p:nvPr/>
        </p:nvSpPr>
        <p:spPr>
          <a:xfrm>
            <a:off x="7074829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858DCC-3D1B-BD9A-3953-D1C507C2B90C}"/>
              </a:ext>
            </a:extLst>
          </p:cNvPr>
          <p:cNvSpPr/>
          <p:nvPr/>
        </p:nvSpPr>
        <p:spPr>
          <a:xfrm>
            <a:off x="412018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82FDDF5-B524-071E-CA13-22226542C967}"/>
              </a:ext>
            </a:extLst>
          </p:cNvPr>
          <p:cNvSpPr/>
          <p:nvPr/>
        </p:nvSpPr>
        <p:spPr>
          <a:xfrm>
            <a:off x="5118131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898E8-697D-4291-A0DF-22E0068596CF}"/>
              </a:ext>
            </a:extLst>
          </p:cNvPr>
          <p:cNvSpPr/>
          <p:nvPr/>
        </p:nvSpPr>
        <p:spPr>
          <a:xfrm>
            <a:off x="609866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B9DBD0B-168A-9D34-E43F-1484F2BF8DEC}"/>
              </a:ext>
            </a:extLst>
          </p:cNvPr>
          <p:cNvSpPr/>
          <p:nvPr/>
        </p:nvSpPr>
        <p:spPr>
          <a:xfrm>
            <a:off x="7074829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E9F5B48-F958-7C43-51E1-D21C60325851}"/>
              </a:ext>
            </a:extLst>
          </p:cNvPr>
          <p:cNvSpPr/>
          <p:nvPr/>
        </p:nvSpPr>
        <p:spPr>
          <a:xfrm>
            <a:off x="4091966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62D4D1-454C-00CA-9BAB-8B754134C1F3}"/>
              </a:ext>
            </a:extLst>
          </p:cNvPr>
          <p:cNvSpPr/>
          <p:nvPr/>
        </p:nvSpPr>
        <p:spPr>
          <a:xfrm>
            <a:off x="508991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C4DBBF-E9C4-A149-7159-7C46A15FAFA1}"/>
              </a:ext>
            </a:extLst>
          </p:cNvPr>
          <p:cNvSpPr/>
          <p:nvPr/>
        </p:nvSpPr>
        <p:spPr>
          <a:xfrm>
            <a:off x="6070447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C81C344-5172-F17B-F8E2-9FC78A19BBCA}"/>
              </a:ext>
            </a:extLst>
          </p:cNvPr>
          <p:cNvSpPr/>
          <p:nvPr/>
        </p:nvSpPr>
        <p:spPr>
          <a:xfrm>
            <a:off x="7046612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2D56855-D748-768B-59DE-E7FF3D3D9873}"/>
              </a:ext>
            </a:extLst>
          </p:cNvPr>
          <p:cNvSpPr/>
          <p:nvPr/>
        </p:nvSpPr>
        <p:spPr>
          <a:xfrm>
            <a:off x="2322606" y="1230622"/>
            <a:ext cx="1139742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코인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7C1710B-BF5B-14E7-A0EB-09B9F7B08056}"/>
              </a:ext>
            </a:extLst>
          </p:cNvPr>
          <p:cNvSpPr/>
          <p:nvPr/>
        </p:nvSpPr>
        <p:spPr>
          <a:xfrm>
            <a:off x="1766632" y="1230622"/>
            <a:ext cx="437874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ysClr val="windowText" lastClr="000000"/>
                </a:solidFill>
              </a:rPr>
              <a:t>+</a:t>
            </a:r>
            <a:endParaRPr lang="ko-KR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F4E7FC-497E-A606-2598-9FAD36F67211}"/>
              </a:ext>
            </a:extLst>
          </p:cNvPr>
          <p:cNvSpPr/>
          <p:nvPr/>
        </p:nvSpPr>
        <p:spPr>
          <a:xfrm>
            <a:off x="1847448" y="5057540"/>
            <a:ext cx="1522922" cy="53514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확정하기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78B561-560D-C6B7-9884-4C6C2D6C63F3}"/>
              </a:ext>
            </a:extLst>
          </p:cNvPr>
          <p:cNvSpPr/>
          <p:nvPr/>
        </p:nvSpPr>
        <p:spPr>
          <a:xfrm>
            <a:off x="2156063" y="4475154"/>
            <a:ext cx="905692" cy="365760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4E7767-1E9E-15E9-00E8-9C825002F2C8}"/>
              </a:ext>
            </a:extLst>
          </p:cNvPr>
          <p:cNvSpPr/>
          <p:nvPr/>
        </p:nvSpPr>
        <p:spPr>
          <a:xfrm>
            <a:off x="9518469" y="1268182"/>
            <a:ext cx="1137866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나가기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97B76DF-10DE-6DCE-37CE-60E1327F6AFB}"/>
              </a:ext>
            </a:extLst>
          </p:cNvPr>
          <p:cNvSpPr/>
          <p:nvPr/>
        </p:nvSpPr>
        <p:spPr>
          <a:xfrm>
            <a:off x="805099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646919B-AA3C-4E6F-6066-34607D9D97DB}"/>
              </a:ext>
            </a:extLst>
          </p:cNvPr>
          <p:cNvSpPr/>
          <p:nvPr/>
        </p:nvSpPr>
        <p:spPr>
          <a:xfrm>
            <a:off x="899232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55AE761-77D4-5A83-5BB8-DBD95D90AD24}"/>
              </a:ext>
            </a:extLst>
          </p:cNvPr>
          <p:cNvSpPr/>
          <p:nvPr/>
        </p:nvSpPr>
        <p:spPr>
          <a:xfrm>
            <a:off x="805099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3A705FF-22A3-DAD0-191A-2CB490548F06}"/>
              </a:ext>
            </a:extLst>
          </p:cNvPr>
          <p:cNvSpPr/>
          <p:nvPr/>
        </p:nvSpPr>
        <p:spPr>
          <a:xfrm>
            <a:off x="899232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F733FB6-7BFC-2886-3C4B-A3B0C3541C79}"/>
              </a:ext>
            </a:extLst>
          </p:cNvPr>
          <p:cNvSpPr/>
          <p:nvPr/>
        </p:nvSpPr>
        <p:spPr>
          <a:xfrm>
            <a:off x="991543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5D1951-D721-264C-AD30-3C0FDAF4D1B0}"/>
              </a:ext>
            </a:extLst>
          </p:cNvPr>
          <p:cNvSpPr/>
          <p:nvPr/>
        </p:nvSpPr>
        <p:spPr>
          <a:xfrm>
            <a:off x="991543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AECEB13-855E-A52F-BFEF-97A2A4312F4F}"/>
              </a:ext>
            </a:extLst>
          </p:cNvPr>
          <p:cNvSpPr/>
          <p:nvPr/>
        </p:nvSpPr>
        <p:spPr>
          <a:xfrm>
            <a:off x="805099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A92B5A2-0263-845C-46B2-8A08A548543D}"/>
              </a:ext>
            </a:extLst>
          </p:cNvPr>
          <p:cNvSpPr/>
          <p:nvPr/>
        </p:nvSpPr>
        <p:spPr>
          <a:xfrm>
            <a:off x="9027159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744A510-6058-8FD0-7C97-15F6005A86F6}"/>
              </a:ext>
            </a:extLst>
          </p:cNvPr>
          <p:cNvSpPr/>
          <p:nvPr/>
        </p:nvSpPr>
        <p:spPr>
          <a:xfrm>
            <a:off x="991543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152735F-D4E6-8F15-A1E4-94D6F33DBBA8}"/>
              </a:ext>
            </a:extLst>
          </p:cNvPr>
          <p:cNvSpPr/>
          <p:nvPr/>
        </p:nvSpPr>
        <p:spPr>
          <a:xfrm>
            <a:off x="3901735" y="5187878"/>
            <a:ext cx="6754600" cy="41073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좌우 스크롤 바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무료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유료 둘 다 적용됨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00B819D-F4CD-5836-CCD0-2AD3CE571372}"/>
              </a:ext>
            </a:extLst>
          </p:cNvPr>
          <p:cNvSpPr/>
          <p:nvPr/>
        </p:nvSpPr>
        <p:spPr>
          <a:xfrm>
            <a:off x="4091966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9120032-FFB8-D8E6-7D37-0752EB203FA7}"/>
              </a:ext>
            </a:extLst>
          </p:cNvPr>
          <p:cNvSpPr/>
          <p:nvPr/>
        </p:nvSpPr>
        <p:spPr>
          <a:xfrm>
            <a:off x="50899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C22FE6D-F5F5-A9E8-6D0C-1316D3FFD5EB}"/>
              </a:ext>
            </a:extLst>
          </p:cNvPr>
          <p:cNvSpPr/>
          <p:nvPr/>
        </p:nvSpPr>
        <p:spPr>
          <a:xfrm>
            <a:off x="60840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7D57F2D-FF81-4F01-55CA-811055E088C1}"/>
              </a:ext>
            </a:extLst>
          </p:cNvPr>
          <p:cNvSpPr/>
          <p:nvPr/>
        </p:nvSpPr>
        <p:spPr>
          <a:xfrm>
            <a:off x="7046612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69C643A-D4B9-F35B-8C1A-2E2DB634A142}"/>
              </a:ext>
            </a:extLst>
          </p:cNvPr>
          <p:cNvSpPr/>
          <p:nvPr/>
        </p:nvSpPr>
        <p:spPr>
          <a:xfrm>
            <a:off x="805099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DDF1B7F-6A96-FA2C-8CC3-94605970A152}"/>
              </a:ext>
            </a:extLst>
          </p:cNvPr>
          <p:cNvSpPr/>
          <p:nvPr/>
        </p:nvSpPr>
        <p:spPr>
          <a:xfrm>
            <a:off x="9027159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A3861E8-27DD-052C-6CA7-C6A01F4783C5}"/>
              </a:ext>
            </a:extLst>
          </p:cNvPr>
          <p:cNvSpPr/>
          <p:nvPr/>
        </p:nvSpPr>
        <p:spPr>
          <a:xfrm>
            <a:off x="991543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562464-FE51-9DB9-DECB-F120ECA37A82}"/>
              </a:ext>
            </a:extLst>
          </p:cNvPr>
          <p:cNvSpPr/>
          <p:nvPr/>
        </p:nvSpPr>
        <p:spPr>
          <a:xfrm>
            <a:off x="8116008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꼬리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56FA04-9A8F-984D-0DCB-28780B5E445C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4026D7-E957-D69A-8CE3-A7A4AC1C4A65}"/>
              </a:ext>
            </a:extLst>
          </p:cNvPr>
          <p:cNvSpPr/>
          <p:nvPr/>
        </p:nvSpPr>
        <p:spPr>
          <a:xfrm>
            <a:off x="1316083" y="2160801"/>
            <a:ext cx="9559834" cy="2887484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충전하실 코인을 선택 후 결제하기 버튼을 눌러주십시오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874EA41-620B-4275-A8EE-12F736F98361}"/>
              </a:ext>
            </a:extLst>
          </p:cNvPr>
          <p:cNvSpPr/>
          <p:nvPr/>
        </p:nvSpPr>
        <p:spPr>
          <a:xfrm>
            <a:off x="7252340" y="4226167"/>
            <a:ext cx="1393372" cy="493477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취소하기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B3EF327-E641-4522-449F-0CA4310FB38E}"/>
              </a:ext>
            </a:extLst>
          </p:cNvPr>
          <p:cNvSpPr/>
          <p:nvPr/>
        </p:nvSpPr>
        <p:spPr>
          <a:xfrm>
            <a:off x="2029097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03A029-4E88-9CE9-7214-BA95EB3F8207}"/>
              </a:ext>
            </a:extLst>
          </p:cNvPr>
          <p:cNvSpPr/>
          <p:nvPr/>
        </p:nvSpPr>
        <p:spPr>
          <a:xfrm>
            <a:off x="4214945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33F9E23-382B-65EC-692B-05DF4E79C706}"/>
              </a:ext>
            </a:extLst>
          </p:cNvPr>
          <p:cNvSpPr/>
          <p:nvPr/>
        </p:nvSpPr>
        <p:spPr>
          <a:xfrm>
            <a:off x="6370318" y="2808289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750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B19B912-318F-71F9-C283-239BAE8FD1E4}"/>
              </a:ext>
            </a:extLst>
          </p:cNvPr>
          <p:cNvSpPr/>
          <p:nvPr/>
        </p:nvSpPr>
        <p:spPr>
          <a:xfrm>
            <a:off x="8520250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AE7A1E6-5324-FCBE-8D79-19CF7B94FA6F}"/>
              </a:ext>
            </a:extLst>
          </p:cNvPr>
          <p:cNvSpPr/>
          <p:nvPr/>
        </p:nvSpPr>
        <p:spPr>
          <a:xfrm>
            <a:off x="3514039" y="4273711"/>
            <a:ext cx="1387926" cy="493477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</a:rPr>
              <a:t>비활성</a:t>
            </a:r>
            <a:r>
              <a:rPr lang="en-US" altLang="ko-KR" dirty="0">
                <a:solidFill>
                  <a:sysClr val="windowText" lastClr="000000"/>
                </a:solidFill>
              </a:rPr>
              <a:t>)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428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436F-5A1A-8227-2822-047FC54F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4621B140-1475-21D2-2E8B-BE771CD9CE7B}"/>
              </a:ext>
            </a:extLst>
          </p:cNvPr>
          <p:cNvSpPr/>
          <p:nvPr/>
        </p:nvSpPr>
        <p:spPr>
          <a:xfrm>
            <a:off x="3901735" y="3760545"/>
            <a:ext cx="6754600" cy="12969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4904BEE-286D-14CE-345E-1762B367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083" y="138702"/>
            <a:ext cx="9559834" cy="401229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sz="2800" dirty="0"/>
              <a:t>커스터마이징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E4E0DC-82DC-1E70-8C61-57286181A4C8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3DCA42-4528-1EE1-D53C-7E01299AC344}"/>
              </a:ext>
            </a:extLst>
          </p:cNvPr>
          <p:cNvSpPr/>
          <p:nvPr/>
        </p:nvSpPr>
        <p:spPr>
          <a:xfrm>
            <a:off x="1755470" y="1873955"/>
            <a:ext cx="1706878" cy="246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플레이어 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커스텀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적용된 모습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AE5B2B-97AD-0793-2EC4-9853CBC2BC98}"/>
              </a:ext>
            </a:extLst>
          </p:cNvPr>
          <p:cNvSpPr/>
          <p:nvPr/>
        </p:nvSpPr>
        <p:spPr>
          <a:xfrm>
            <a:off x="3901735" y="1908179"/>
            <a:ext cx="6754600" cy="175042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1C3A5D-EB06-1933-0B1A-4751A354D82E}"/>
              </a:ext>
            </a:extLst>
          </p:cNvPr>
          <p:cNvSpPr/>
          <p:nvPr/>
        </p:nvSpPr>
        <p:spPr>
          <a:xfrm>
            <a:off x="3880971" y="1259389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표정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5C8AE8-8E45-2B4E-B912-97B623339726}"/>
              </a:ext>
            </a:extLst>
          </p:cNvPr>
          <p:cNvSpPr/>
          <p:nvPr/>
        </p:nvSpPr>
        <p:spPr>
          <a:xfrm>
            <a:off x="495689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장식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58ACD1-2B50-6B84-2E71-E85E6A2FF476}"/>
              </a:ext>
            </a:extLst>
          </p:cNvPr>
          <p:cNvSpPr/>
          <p:nvPr/>
        </p:nvSpPr>
        <p:spPr>
          <a:xfrm>
            <a:off x="6027236" y="1271170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펫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1896D95-AE5E-15CD-6F8A-2F00A00427C0}"/>
              </a:ext>
            </a:extLst>
          </p:cNvPr>
          <p:cNvSpPr/>
          <p:nvPr/>
        </p:nvSpPr>
        <p:spPr>
          <a:xfrm>
            <a:off x="7071622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모자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0CB3E9-A78E-94A5-97F6-E2BB53D7A0A5}"/>
              </a:ext>
            </a:extLst>
          </p:cNvPr>
          <p:cNvSpPr/>
          <p:nvPr/>
        </p:nvSpPr>
        <p:spPr>
          <a:xfrm>
            <a:off x="412018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ysClr val="windowText" lastClr="000000"/>
                </a:solidFill>
              </a:rPr>
              <a:t>선택안함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0621E7-F8E5-B924-0456-790328B80D96}"/>
              </a:ext>
            </a:extLst>
          </p:cNvPr>
          <p:cNvSpPr/>
          <p:nvPr/>
        </p:nvSpPr>
        <p:spPr>
          <a:xfrm>
            <a:off x="5118131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4CF1523-67CA-4F73-4807-247CBF0E38BE}"/>
              </a:ext>
            </a:extLst>
          </p:cNvPr>
          <p:cNvSpPr/>
          <p:nvPr/>
        </p:nvSpPr>
        <p:spPr>
          <a:xfrm>
            <a:off x="609866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74A89F-72B8-DE64-8DBA-A8BC6A04E9CA}"/>
              </a:ext>
            </a:extLst>
          </p:cNvPr>
          <p:cNvSpPr/>
          <p:nvPr/>
        </p:nvSpPr>
        <p:spPr>
          <a:xfrm>
            <a:off x="7074829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72C883A-0287-A331-0BB9-C183C190E14C}"/>
              </a:ext>
            </a:extLst>
          </p:cNvPr>
          <p:cNvSpPr/>
          <p:nvPr/>
        </p:nvSpPr>
        <p:spPr>
          <a:xfrm>
            <a:off x="412018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D2615A-E284-7DAB-9D8D-B19BE16E4AC9}"/>
              </a:ext>
            </a:extLst>
          </p:cNvPr>
          <p:cNvSpPr/>
          <p:nvPr/>
        </p:nvSpPr>
        <p:spPr>
          <a:xfrm>
            <a:off x="5118131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F3C7B71-6C59-4DEB-F206-357B6D2372BE}"/>
              </a:ext>
            </a:extLst>
          </p:cNvPr>
          <p:cNvSpPr/>
          <p:nvPr/>
        </p:nvSpPr>
        <p:spPr>
          <a:xfrm>
            <a:off x="609866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7CE8635-2F27-0CFF-8D91-8658CAFD504F}"/>
              </a:ext>
            </a:extLst>
          </p:cNvPr>
          <p:cNvSpPr/>
          <p:nvPr/>
        </p:nvSpPr>
        <p:spPr>
          <a:xfrm>
            <a:off x="7074829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A6034BC-1CB5-80DF-5E9E-BE415653FE14}"/>
              </a:ext>
            </a:extLst>
          </p:cNvPr>
          <p:cNvSpPr/>
          <p:nvPr/>
        </p:nvSpPr>
        <p:spPr>
          <a:xfrm>
            <a:off x="4091966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6156FC-E2BC-2905-40AA-4DA63F129323}"/>
              </a:ext>
            </a:extLst>
          </p:cNvPr>
          <p:cNvSpPr/>
          <p:nvPr/>
        </p:nvSpPr>
        <p:spPr>
          <a:xfrm>
            <a:off x="508991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C2D170-B7E8-5419-6E69-082254B9713B}"/>
              </a:ext>
            </a:extLst>
          </p:cNvPr>
          <p:cNvSpPr/>
          <p:nvPr/>
        </p:nvSpPr>
        <p:spPr>
          <a:xfrm>
            <a:off x="6070447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5CD0C55-23E2-76F4-7A9F-C4377F2B33E5}"/>
              </a:ext>
            </a:extLst>
          </p:cNvPr>
          <p:cNvSpPr/>
          <p:nvPr/>
        </p:nvSpPr>
        <p:spPr>
          <a:xfrm>
            <a:off x="7046612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3A8A0E1-BAF1-F694-98C1-BB0678B5EA98}"/>
              </a:ext>
            </a:extLst>
          </p:cNvPr>
          <p:cNvSpPr/>
          <p:nvPr/>
        </p:nvSpPr>
        <p:spPr>
          <a:xfrm>
            <a:off x="2322606" y="1230622"/>
            <a:ext cx="1139742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코인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0C0481E-8EB1-EA86-ED1F-B59E47C76F0F}"/>
              </a:ext>
            </a:extLst>
          </p:cNvPr>
          <p:cNvSpPr/>
          <p:nvPr/>
        </p:nvSpPr>
        <p:spPr>
          <a:xfrm>
            <a:off x="1766632" y="1230622"/>
            <a:ext cx="437874" cy="45556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ysClr val="windowText" lastClr="000000"/>
                </a:solidFill>
              </a:rPr>
              <a:t>+</a:t>
            </a:r>
            <a:endParaRPr lang="ko-KR" altLang="en-US" sz="3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1AFCF5-27AE-FF29-B4E0-60E2D1D6863F}"/>
              </a:ext>
            </a:extLst>
          </p:cNvPr>
          <p:cNvSpPr/>
          <p:nvPr/>
        </p:nvSpPr>
        <p:spPr>
          <a:xfrm>
            <a:off x="1847448" y="5057540"/>
            <a:ext cx="1522922" cy="535145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확정하기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8D7A02-C87D-5975-7401-664494AC781C}"/>
              </a:ext>
            </a:extLst>
          </p:cNvPr>
          <p:cNvSpPr/>
          <p:nvPr/>
        </p:nvSpPr>
        <p:spPr>
          <a:xfrm>
            <a:off x="2156063" y="4475154"/>
            <a:ext cx="905692" cy="365760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2AE94C-B22C-6AD1-2215-EF82531D459A}"/>
              </a:ext>
            </a:extLst>
          </p:cNvPr>
          <p:cNvSpPr/>
          <p:nvPr/>
        </p:nvSpPr>
        <p:spPr>
          <a:xfrm>
            <a:off x="9518469" y="1268182"/>
            <a:ext cx="1137866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나가기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EDB8A1A-8456-5820-EC74-C0C9FEAD05C5}"/>
              </a:ext>
            </a:extLst>
          </p:cNvPr>
          <p:cNvSpPr/>
          <p:nvPr/>
        </p:nvSpPr>
        <p:spPr>
          <a:xfrm>
            <a:off x="805099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BCCD00D-0869-83E0-C213-BE59C6942A0B}"/>
              </a:ext>
            </a:extLst>
          </p:cNvPr>
          <p:cNvSpPr/>
          <p:nvPr/>
        </p:nvSpPr>
        <p:spPr>
          <a:xfrm>
            <a:off x="8992323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3AFA32-5860-3512-CF36-77DE565C00B0}"/>
              </a:ext>
            </a:extLst>
          </p:cNvPr>
          <p:cNvSpPr/>
          <p:nvPr/>
        </p:nvSpPr>
        <p:spPr>
          <a:xfrm>
            <a:off x="805099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4377BBC-729D-73B3-2BFE-ACDCF47D7A52}"/>
              </a:ext>
            </a:extLst>
          </p:cNvPr>
          <p:cNvSpPr/>
          <p:nvPr/>
        </p:nvSpPr>
        <p:spPr>
          <a:xfrm>
            <a:off x="8992323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0CC54BD-D19A-8035-354A-D48DCC316BEE}"/>
              </a:ext>
            </a:extLst>
          </p:cNvPr>
          <p:cNvSpPr/>
          <p:nvPr/>
        </p:nvSpPr>
        <p:spPr>
          <a:xfrm>
            <a:off x="9915434" y="2010119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4B0068-81AF-AA4B-38F7-FA8C62A62344}"/>
              </a:ext>
            </a:extLst>
          </p:cNvPr>
          <p:cNvSpPr/>
          <p:nvPr/>
        </p:nvSpPr>
        <p:spPr>
          <a:xfrm>
            <a:off x="9915434" y="2810727"/>
            <a:ext cx="669474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무료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D638571-99B4-6DD3-8A0D-B83A9F8E66AB}"/>
              </a:ext>
            </a:extLst>
          </p:cNvPr>
          <p:cNvSpPr/>
          <p:nvPr/>
        </p:nvSpPr>
        <p:spPr>
          <a:xfrm>
            <a:off x="805099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BD40D25-0013-3434-479E-C0799C045EB3}"/>
              </a:ext>
            </a:extLst>
          </p:cNvPr>
          <p:cNvSpPr/>
          <p:nvPr/>
        </p:nvSpPr>
        <p:spPr>
          <a:xfrm>
            <a:off x="9027159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6A9938D-BE65-C8BA-C38F-D6734BE8CE1E}"/>
              </a:ext>
            </a:extLst>
          </p:cNvPr>
          <p:cNvSpPr/>
          <p:nvPr/>
        </p:nvSpPr>
        <p:spPr>
          <a:xfrm>
            <a:off x="9915434" y="3890558"/>
            <a:ext cx="678716" cy="6618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유료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E866B76-61D6-9635-A01A-B1C7B2ACF26C}"/>
              </a:ext>
            </a:extLst>
          </p:cNvPr>
          <p:cNvSpPr/>
          <p:nvPr/>
        </p:nvSpPr>
        <p:spPr>
          <a:xfrm>
            <a:off x="3901735" y="5187878"/>
            <a:ext cx="6754600" cy="410733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좌우 스크롤 바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무료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유료 둘 다 적용됨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D94F394-39EC-712A-2C83-F49915D8F7C8}"/>
              </a:ext>
            </a:extLst>
          </p:cNvPr>
          <p:cNvSpPr/>
          <p:nvPr/>
        </p:nvSpPr>
        <p:spPr>
          <a:xfrm>
            <a:off x="4091966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6798D45-E962-1662-DB2B-ACF64241EE16}"/>
              </a:ext>
            </a:extLst>
          </p:cNvPr>
          <p:cNvSpPr/>
          <p:nvPr/>
        </p:nvSpPr>
        <p:spPr>
          <a:xfrm>
            <a:off x="50899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0D265D-17AB-5D53-77AE-EE2B2C726AD6}"/>
              </a:ext>
            </a:extLst>
          </p:cNvPr>
          <p:cNvSpPr/>
          <p:nvPr/>
        </p:nvSpPr>
        <p:spPr>
          <a:xfrm>
            <a:off x="608401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194BD76-2C9E-4DEB-F442-EC5A9D5DE67B}"/>
              </a:ext>
            </a:extLst>
          </p:cNvPr>
          <p:cNvSpPr/>
          <p:nvPr/>
        </p:nvSpPr>
        <p:spPr>
          <a:xfrm>
            <a:off x="7046612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구매완료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E498923-5526-BF4E-32BD-EDA411C91224}"/>
              </a:ext>
            </a:extLst>
          </p:cNvPr>
          <p:cNvSpPr/>
          <p:nvPr/>
        </p:nvSpPr>
        <p:spPr>
          <a:xfrm>
            <a:off x="805099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81D05D1-27A8-5648-24F6-18811D60233B}"/>
              </a:ext>
            </a:extLst>
          </p:cNvPr>
          <p:cNvSpPr/>
          <p:nvPr/>
        </p:nvSpPr>
        <p:spPr>
          <a:xfrm>
            <a:off x="9027159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9192DF8-E3E7-E57D-3DFE-51745C10B8A4}"/>
              </a:ext>
            </a:extLst>
          </p:cNvPr>
          <p:cNvSpPr/>
          <p:nvPr/>
        </p:nvSpPr>
        <p:spPr>
          <a:xfrm>
            <a:off x="9915434" y="4658034"/>
            <a:ext cx="678716" cy="182880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가격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2680B30-19C7-0326-DCBF-8EDBEEEA0C2D}"/>
              </a:ext>
            </a:extLst>
          </p:cNvPr>
          <p:cNvSpPr/>
          <p:nvPr/>
        </p:nvSpPr>
        <p:spPr>
          <a:xfrm>
            <a:off x="8116008" y="1268182"/>
            <a:ext cx="856160" cy="4321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꼬리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FA5E24-E2C1-DFA8-7C1E-667FDD8E874C}"/>
              </a:ext>
            </a:extLst>
          </p:cNvPr>
          <p:cNvSpPr/>
          <p:nvPr/>
        </p:nvSpPr>
        <p:spPr>
          <a:xfrm>
            <a:off x="1316083" y="973184"/>
            <a:ext cx="9559834" cy="5068388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2F2C2E-F421-66FC-463F-EAF67FDDD114}"/>
              </a:ext>
            </a:extLst>
          </p:cNvPr>
          <p:cNvSpPr/>
          <p:nvPr/>
        </p:nvSpPr>
        <p:spPr>
          <a:xfrm>
            <a:off x="1316083" y="2160801"/>
            <a:ext cx="9559834" cy="2887484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충전하실 코인을 선택 후 결제하기 버튼을 눌러주십시오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6E2886-08F1-2128-452B-65683108FBBD}"/>
              </a:ext>
            </a:extLst>
          </p:cNvPr>
          <p:cNvSpPr/>
          <p:nvPr/>
        </p:nvSpPr>
        <p:spPr>
          <a:xfrm>
            <a:off x="3512003" y="4273711"/>
            <a:ext cx="1393372" cy="493477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결제하기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2428D3-378F-0361-6382-8B5FF2503177}"/>
              </a:ext>
            </a:extLst>
          </p:cNvPr>
          <p:cNvSpPr/>
          <p:nvPr/>
        </p:nvSpPr>
        <p:spPr>
          <a:xfrm>
            <a:off x="7252340" y="4226167"/>
            <a:ext cx="1393372" cy="493477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취소하기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A95B63-C753-FFB3-7B42-446AC3A59BF1}"/>
              </a:ext>
            </a:extLst>
          </p:cNvPr>
          <p:cNvSpPr/>
          <p:nvPr/>
        </p:nvSpPr>
        <p:spPr>
          <a:xfrm>
            <a:off x="2029097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C13C312-DCE7-4552-57C8-E0B26733377F}"/>
              </a:ext>
            </a:extLst>
          </p:cNvPr>
          <p:cNvSpPr/>
          <p:nvPr/>
        </p:nvSpPr>
        <p:spPr>
          <a:xfrm>
            <a:off x="4214945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tx1"/>
            </a:solidFill>
          </a:ln>
          <a:effectLst>
            <a:glow rad="1397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5F7DD50-B68B-3989-3CF7-A04ADF9A4400}"/>
              </a:ext>
            </a:extLst>
          </p:cNvPr>
          <p:cNvSpPr/>
          <p:nvPr/>
        </p:nvSpPr>
        <p:spPr>
          <a:xfrm>
            <a:off x="6370318" y="2808289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750 Coin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7961708-3536-30D5-2F63-EA5A64B3346E}"/>
              </a:ext>
            </a:extLst>
          </p:cNvPr>
          <p:cNvSpPr/>
          <p:nvPr/>
        </p:nvSpPr>
        <p:spPr>
          <a:xfrm>
            <a:off x="8520250" y="2822617"/>
            <a:ext cx="1706878" cy="1144236"/>
          </a:xfrm>
          <a:prstGeom prst="rect">
            <a:avLst/>
          </a:prstGeom>
          <a:solidFill>
            <a:srgbClr val="DCEA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1000 Coin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49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611</Words>
  <Application>Microsoft Office PowerPoint</Application>
  <PresentationFormat>와이드스크린</PresentationFormat>
  <Paragraphs>454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로비(일반유저)</vt:lpstr>
      <vt:lpstr>설정 – 그래픽</vt:lpstr>
      <vt:lpstr>설정 – 사운드</vt:lpstr>
      <vt:lpstr>설정 – 게임 플레이</vt:lpstr>
      <vt:lpstr>설정</vt:lpstr>
      <vt:lpstr>로비(방장) (유저관리버튼추가)</vt:lpstr>
      <vt:lpstr>로비(방장)(유저관리 활성화)</vt:lpstr>
      <vt:lpstr>채팅</vt:lpstr>
      <vt:lpstr>로비(방장) (강퇴하기 눌렀을 경우)</vt:lpstr>
      <vt:lpstr>커스터마이징</vt:lpstr>
      <vt:lpstr>커스터마이징</vt:lpstr>
      <vt:lpstr>커스터마이징</vt:lpstr>
      <vt:lpstr>커스터마이징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이동주</dc:creator>
  <cp:lastModifiedBy>이동주</cp:lastModifiedBy>
  <cp:revision>17</cp:revision>
  <dcterms:created xsi:type="dcterms:W3CDTF">2025-07-21T07:14:07Z</dcterms:created>
  <dcterms:modified xsi:type="dcterms:W3CDTF">2025-08-08T03:33:13Z</dcterms:modified>
</cp:coreProperties>
</file>